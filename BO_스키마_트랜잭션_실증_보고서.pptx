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30"/>
  </p:notesMasterIdLst>
  <p:sldIdLst>
    <p:sldId id="258" r:id="rId3"/>
    <p:sldId id="271" r:id="rId4"/>
    <p:sldId id="259" r:id="rId5"/>
    <p:sldId id="260" r:id="rId6"/>
    <p:sldId id="285" r:id="rId35"/>
    <p:sldId id="286" r:id="rId36"/>
    <p:sldId id="287" r:id="rId37"/>
    <p:sldId id="288" r:id="rId38"/>
    <p:sldId id="289" r:id="rId39"/>
    <p:sldId id="290" r:id="rId40"/>
    <p:sldId id="291" r:id="rId41"/>
    <p:sldId id="292" r:id="rId42"/>
    <p:sldId id="293" r:id="rId43"/>
    <p:sldId id="294" r:id="rId44"/>
    <p:sldId id="295" r:id="rId45"/>
    <p:sldId id="296" r:id="rId46"/>
    <p:sldId id="263" r:id="rId21"/>
    <p:sldId id="264" r:id="rId22"/>
    <p:sldId id="265" r:id="rId23"/>
    <p:sldId id="266" r:id="rId24"/>
    <p:sldId id="267" r:id="rId25"/>
    <p:sldId id="268" r:id="rId26"/>
    <p:sldId id="269" r:id="rId27"/>
    <p:sldId id="270" r:id="rId28"/>
    <p:sldId id="262" r:id="rId29"/>
  </p:sldIdLst>
  <p:sldSz cx="10693400" cy="7561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84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66" d="100"/>
          <a:sy n="66" d="100"/>
        </p:scale>
        <p:origin x="2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건수</c:v>
                </c:pt>
              </c:strCache>
            </c:strRef>
          </c:tx>
          <c:dPt>
            <c:idx val="0"/>
            <c:spPr>
              <a:solidFill>
                <a:srgbClr val="2484C6"/>
              </a:solidFill>
            </c:spPr>
          </c:dPt>
          <c:dPt>
            <c:idx val="1"/>
            <c:spPr>
              <a:solidFill>
                <a:srgbClr val="E2E8F0"/>
              </a:solidFill>
            </c:spPr>
          </c:dPt>
          <c:cat>
            <c:strRef>
              <c:f>Sheet1!$A$2:$A$3</c:f>
              <c:strCache>
                <c:ptCount val="2"/>
                <c:pt idx="0">
                  <c:v>배송 동반 주문</c:v>
                </c:pt>
                <c:pt idx="1">
                  <c:v>배송 기록 없는 주문</c:v>
                </c:pt>
              </c:strCache>
            </c:strRef>
          </c:cat>
          <c:val>
            <c:numRef>
              <c:f>Sheet1!$B$2:$B$3</c:f>
              <c:numCache>
                <c:formatCode>General</c:formatCode>
                <c:ptCount val="2"/>
                <c:pt idx="0">
                  <c:v>1959267</c:v>
                </c:pt>
                <c:pt idx="1">
                  <c:v>40734</c:v>
                </c:pt>
              </c:numCache>
            </c:numRef>
          </c:val>
        </c:ser>
        <c:dLbls>
          <c:numFmt formatCode="#,##0" sourceLinked="0"/>
          <c:txPr>
            <a:bodyPr/>
            <a:lstStyle/>
            <a:p>
              <a:pPr>
                <a:defRPr sz="1100" b="1">
                  <a:solidFill>
                    <a:srgbClr val="39424A"/>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100">
              <a:latin typeface="다키 L"/>
            </a:defRPr>
          </a:pPr>
        </a:p>
      </c:txPr>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43EC8-4E6D-46BD-944B-963EC29406E5}" type="datetimeFigureOut">
              <a:rPr lang="ko-KR" altLang="en-US" smtClean="0"/>
              <a:t>2026-07-08</a:t>
            </a:fld>
            <a:endParaRPr lang="ko-KR" altLang="en-US"/>
          </a:p>
        </p:txBody>
      </p:sp>
      <p:sp>
        <p:nvSpPr>
          <p:cNvPr id="4" name="슬라이드 이미지 개체 틀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43497E-7C23-425D-9327-51260E98B4AC}" type="slidenum">
              <a:rPr lang="ko-KR" altLang="en-US" smtClean="0"/>
              <a:t>‹#›</a:t>
            </a:fld>
            <a:endParaRPr lang="ko-KR" altLang="en-US"/>
          </a:p>
        </p:txBody>
      </p:sp>
    </p:spTree>
    <p:extLst>
      <p:ext uri="{BB962C8B-B14F-4D97-AF65-F5344CB8AC3E}">
        <p14:creationId xmlns:p14="http://schemas.microsoft.com/office/powerpoint/2010/main" val="197420041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DB운영팀 팀원 여러분, 안녕하십니까. 오늘 발표할 과제는 우리 온라인 서점 주문관리 시스템인 'BO' 스키마를 대상으로 진행한 '스키마 분석 및 트랜잭션 시뮬레이션 결과 보고'입니다. 이번 프로젝트는 기존의 설계 문서나 ERD에 의존하지 않고, 실제 운영 중인 데이터베이스 자체의 메타데이터를 역공학으로 추출하여 구조를 판별한 뒤, 핵심 트랜잭션의 정상 경로와 실패 경로를 직접 주입해 DB의 무결성 제약과 ACID 속성이 어떻게 실증되는지 검증하는 방향으로 진행되었습니다. 운영팀 관점에서 데이터 정합성을 고도화할 수 있는 핵심 인사이트를 공유해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방법론에 대해 말씀드리겠습니다. 본 프로젝트는 별도의 ERD 산출물이 없는 상황을 가정하고, 데이터베이스 내부에 남아있는 메타데이터를 근거로 역산을 시도했습니다. 오라클의 DBMS_METADATA.GET_DDL 패키지를 사용하여 테이블과 제약조건 원본 코드를 추출했습니다. 특히 설계자가 남겨둔 코드값 주석이나 제약조건의 명명 규칙 자체가 설계 의도를 완벽히 드러내는 1차 자료가 되었습니다. 저희는 단순히 'ERD를 그리고 끝내는 정적 분석'에 그치지 않고, 도출된 무결성 제약 체인에 실패 연산을 주입하여 실제로 트랜잭션 수준에서 강제되는지 검증하는 2단계 방법론을 채택했습니다.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 스키마 개요입니다. 'BO' 스키마는 일반적인 쇼핑몰이 아니라 온라인 서점의 도메인 특성을 명확히 가지고 있습니다. 상품 테이블을 열어보면 국제표준도서번호인 ISBN_NO와 저자이름인 WRITER_NAME 컬럼이 존재하기 때문입니다. 테이블 현황을 보면 업무 테이블 12개와 성능 통계 및 인덱스 실습용 보조 테이블 5개를 포함해 총 17개 테이블로 구성되어 있습니다. 핵심 도메인은 고객, 주문, 상품, 배송, 문의, 조직의 6개 영역으로 깔끔하게 정규화되어 있으며, 100만 건의 데이터를 가진 BO_TEST 테이블을 배치 및 대용량 인덱스 접근 경로 검증에 별도로 활용하고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DDL을 통해 도출한 정적 구조와 업무 규칙 해석입니다. 배송 테이블인 SHIPMENTS는 자체 배송 ID가 없고 주문 ID인 ORDER_ID를 그대로 PK이자 FK로 사용합니다. 이는 구조적으로 한 주문당 배송 데이터가 최대 1건만 연결될 수 있음을 뜻하며, 쪼개기 배송이 불가능하다는 업무 규칙을 강제합니다. 또한 오라클은 FK 생성 시 자식 컬럼 인덱스를 자동 생성하지 않는데, 본 스키마에는 FK 컬럼마다 _F1 계열 인덱스가 생성되어 있습니다. 이는 스키마 설계자가 부모 테이블 변경 시 발생할 수 있는 자식 테이블 Lock 점유 리스크와 조인 성능을 의도적으로 고려한 조치입니다. 사원과 부서 테이블은 각각 자기 자신을 참조하는 FK 체인을 두어 계층형 트리 조직도를 표현하고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실제 적재된 데이터를 기반으로 무결성을 역검증한 결과입니다. 정형적인 ERD만 보면 주문과 배송이 완벽한 1:1 관계로 보이지만, 실제 데이터를 카디널리티 실검증 쿼리로 돌려본 결과는 달랐습니다. 전체 주문 데이터 200만 1건 중에서 배송 기록이 존재하지 않는 주문이 40,734건, 즉 전체의 2.04%가 존재했습니다. 이 배송 기록 없는 주문들의 상태코드를 집계해보니 딱 1건을 제외하고 모두 주문취소를 의미하는 코드 '8'번이었습니다. 결과적으로 이 관계는 필수 1:1이 아니라, 배송 전 취소 건을 포괄하는 선택적 1:1, 즉 0 또는 1의 관계임이 데이터를 통해 실증되었습니다.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검증 과정에서 DB운영팀이 주목해야 할 치명적인 이상 데이터가 탐지되었습니다. 앞서 말씀드린 배송 기록이 없는 40,734건 중, 주문 취소 상태가 아니라 주문 상태 자체가 NULL인 기이한 데이터가 딱 1건 발견되었습니다. ORDER_ID 10,000,000번 데이터입니다. 추적해 보니 주문 헤더 테이블에는 행이 생성되었는데, 정작 주문 상세 테이블에는 데이터가 단 한 줄도 없었습니다. 이는 신규 주문 생성 시 여러 테이블에 INSERT를 치는 과정에서 애플리케이션이 단일 트랜잭션으로 제어하지 못해 헤더만 들어가고 상세는 튕겨버린 전형적인 '부분 반영' 리스크의 증거입니다. 현재 DB 아키텍처에서 트랜잭션 원자성 관리가 얼마나 중요한지 보여주는 대목입니다.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이러한 정합성 결함을 원천 차단하기 위해, 시스템에서 가장 리스크가 큰 업무들을 대상으로 7가지 트랜잭션 시나리오를 설계하고 무결성 테스트를 전개했습니다. 신규 주문 처리 시 상세와 배송을 묶는 T1, 상태코드 전이를 다루는 T2, 참조무결성 순서를 테스트하는 고객 탈퇴 T3, 그리고 비FK 영역의 논리 오류를 검증하는 T7 상품 가격 변경까지 시나리오를 확장했습니다. 각 시나리오별로 정상 처리 패턴과 함께 고의적인 제약조건 위반 에러를 주입하여 DB 엔진이 이를 어떻게 방어하고 올바르게 롤백 시키는지 검증 구조를 잡았습니다.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실증 결과 첫 번째 파트입니다. 먼저 신규 주문 처리인 T1 시나리오입니다. 정상적인 데이터 입력 시에는 헤더 1건, 상세 2건, 배송 1건이 깨끗하게 들어가고 커밋됩니다. 여기에 가짜 상품 ID를 넣어 실패를 유도해 보았습니다. 오라클 외래키 제약에 의해 ORA-02291 에러가 터졌고, PL/SQL 예외 절에서 롤백을 수행한 결과, 먼저 인서트 되었던 주문 헤더 데이터까지 완벽하게 지워져 잔존 데이터가 0건임을 확인했습니다. 앞서 발견한 미완성 주문 이상치 리스크를 원자적 트랜잭션 묶음으로 완벽히 방어할 수 있음을 입증한 것입니다. T2 반품 처리 역시 비즈니스 로직 에러 시 선행 업데이트를 모두 복구시키며 원자성을 증명했습니다.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실증 파트는 참조무결성과 삭제 순서에 관한 T3, T6 시나리오입니다. 우리 시스템은 외래키 제약이 ON DELETE CASCADE가 아닌 NO ACTION 패턴으로 잡혀 있습니다. 따라서 자식 데이터가 단 하나라도 남아있으면 부모 행을 지울 수 없습니다. T3 고객 탈퇴 시 자식을 먼저 지우지 않고 부모 고객부터 지우려고 시도하자 ORA-02292 자식 레코드 발견 에러가 터지며 연산이 전면 차단되었습니다. 협력업체 계약 해지 시나리오인 T6에서도 동일합니다. 상품 6,615건과 배송 2,089건이 물려있는 1번 협력업체를 지우려고 했을 때 DB 외래키 제약이 작동하여 시스템 정합성이 깨지는 것을 엔진 레벨에서 원천적으로 막아주었습니다.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세 번째 실증 파트는 데이터 고립성과 애플리케이션 영역의 정합성을 다룬 T7 시나리오입니다. 상품의 현재 판매가가 변하더라도 과거 거래 이력의 주문 가격은 변하지 않아야 하는 '이력 불변성' 검증입니다. 과거 주문가를 현재가로 밀어버리는 안티패턴을 주입해 보았는데, 이는 정적 제약조건인 PK/FK를 위반하지 않기 때문에 DB 제약조건만으론 막을 수 없습니다. 따라서 저희는 별도의 업무 검증 로직을 구성해 이력 훼손을 감지하고 ORA-20071 에러를 뿜으며 롤백 하도록 구현해 정합성을 지켜냈습니다. 또한, 다중 세션 고립성 테스트를 수행하여 세션 1이 미커밋 상태일 때는 세션 2가 완벽히 기존 데이터인 18,000원만 바라보게 하고, 커밋하는 순간 19,000원이 가시화되는 오라클의 읽기 일관성과 고립성을 명확히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7대 트랜잭션에 주입한 비정상 데이터 에러 연산 시뮬레이션 전체에 대해 데이터베이스 엔진 및 트랜잭션 통제 단에서 유도한 관측 결과를 ACID 속성별로 종합 정리했습니다. 원자성은 T1·T2·T3·T5에서, 일관성은 T1·T2·T4·T5·T7에서, 고립성은 별도 2세션 테스트에서, 지속성은 T1~T7 전체에서, 참조무결성은 T3·T6에서 각각 실증되었습니다.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발표의 종합 결론입니다. 이번 프로젝트를 통해 데이터 정합성을 완벽하게 유지하기 위해서는 '데이터베이스 레벨의 정적 제약'과 '애플리케이션 레벨의 트랜잭션 예외 처리'가 복합적으로 결합해야만 한다는 사실이 명백하게 실증되었습니다. PK와 FK는 비정상적인 참조나 중복 데이터를 완벽하게 막아주지만, 이력 스냅샷 훼손이나 비정상적인 상태 전이 같은 비즈니스 논리 오류는 엔진이 알지 못합니다. 따라서 검증 로직과 함께 철저한 All-or-Nothing 트랜잭션 처리가 수반되어야 앞서 발견한 미완성 주문 같은 결함을 방지할 수 있습니다. 이번 분석 결과를 토대로 운영 중인 시스템의 트랜잭션 경계들을 재점검하고, 장애 방어 체계를 더욱 고도화하도록 하겠습니다. 경청해 주셔서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sp>
        <p:nvSpPr>
          <p:cNvPr id="7" name="제목 1"/>
          <p:cNvSpPr>
            <a:spLocks noGrp="1"/>
          </p:cNvSpPr>
          <p:nvPr>
            <p:ph type="ctrTitle" hasCustomPrompt="1"/>
          </p:nvPr>
        </p:nvSpPr>
        <p:spPr>
          <a:xfrm>
            <a:off x="1206241" y="2109140"/>
            <a:ext cx="7992889" cy="874575"/>
          </a:xfrm>
          <a:prstGeom prst="rect">
            <a:avLst/>
          </a:prstGeom>
        </p:spPr>
        <p:txBody>
          <a:bodyPr/>
          <a:lstStyle>
            <a:lvl1pPr marL="0" indent="0" algn="l">
              <a:buFont typeface="Arial" panose="020B0604020202020204" pitchFamily="34" charset="0"/>
              <a:buNone/>
              <a:defRPr sz="5000">
                <a:solidFill>
                  <a:srgbClr val="2482C8"/>
                </a:solidFill>
                <a:latin typeface="다키 M Title" pitchFamily="2" charset="-127"/>
                <a:ea typeface="다키 M Title" pitchFamily="2" charset="-127"/>
              </a:defRPr>
            </a:lvl1pPr>
          </a:lstStyle>
          <a:p>
            <a:r>
              <a:rPr lang="ko-KR" altLang="en-US" dirty="0" smtClean="0"/>
              <a:t>표지 부제목 입력</a:t>
            </a:r>
            <a:endParaRPr lang="ko-KR" altLang="en-US" dirty="0"/>
          </a:p>
        </p:txBody>
      </p:sp>
      <p:sp>
        <p:nvSpPr>
          <p:cNvPr id="8" name="부제목 2"/>
          <p:cNvSpPr>
            <a:spLocks noGrp="1"/>
          </p:cNvSpPr>
          <p:nvPr>
            <p:ph type="subTitle" idx="1" hasCustomPrompt="1"/>
          </p:nvPr>
        </p:nvSpPr>
        <p:spPr>
          <a:xfrm>
            <a:off x="1314252" y="5131746"/>
            <a:ext cx="2594426" cy="397930"/>
          </a:xfrm>
          <a:prstGeom prst="rect">
            <a:avLst/>
          </a:prstGeom>
        </p:spPr>
        <p:txBody>
          <a:bodyPr/>
          <a:lstStyle>
            <a:lvl1pPr marL="0" indent="0" algn="l">
              <a:buFont typeface="Arial" panose="020B0604020202020204" pitchFamily="34" charset="0"/>
              <a:buNone/>
              <a:defRPr sz="1800">
                <a:solidFill>
                  <a:srgbClr val="9DA6AB"/>
                </a:solidFill>
                <a:latin typeface="다키 L" pitchFamily="2" charset="-127"/>
                <a:ea typeface="다키 L" pitchFamily="2" charset="-12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dirty="0" smtClean="0"/>
              <a:t>00 </a:t>
            </a:r>
            <a:r>
              <a:rPr lang="ko-KR" altLang="en-US" dirty="0" smtClean="0"/>
              <a:t>팀</a:t>
            </a:r>
            <a:endParaRPr lang="ko-KR" altLang="en-US" dirty="0"/>
          </a:p>
        </p:txBody>
      </p:sp>
      <p:sp>
        <p:nvSpPr>
          <p:cNvPr id="9" name="직사각형 8"/>
          <p:cNvSpPr/>
          <p:nvPr userDrawn="1"/>
        </p:nvSpPr>
        <p:spPr>
          <a:xfrm>
            <a:off x="1350256" y="0"/>
            <a:ext cx="1926000" cy="1595699"/>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ko-KR" altLang="en-US"/>
          </a:p>
        </p:txBody>
      </p:sp>
      <p:cxnSp>
        <p:nvCxnSpPr>
          <p:cNvPr id="10" name="직선 연결선 9"/>
          <p:cNvCxnSpPr/>
          <p:nvPr userDrawn="1"/>
        </p:nvCxnSpPr>
        <p:spPr>
          <a:xfrm>
            <a:off x="1314252" y="4932759"/>
            <a:ext cx="2592288" cy="0"/>
          </a:xfrm>
          <a:prstGeom prst="line">
            <a:avLst/>
          </a:prstGeom>
          <a:ln>
            <a:solidFill>
              <a:srgbClr val="9DA6AB"/>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userDrawn="1"/>
        </p:nvCxnSpPr>
        <p:spPr>
          <a:xfrm>
            <a:off x="1314252" y="6587727"/>
            <a:ext cx="2592288" cy="0"/>
          </a:xfrm>
          <a:prstGeom prst="line">
            <a:avLst/>
          </a:prstGeom>
          <a:ln>
            <a:solidFill>
              <a:srgbClr val="9DA6AB"/>
            </a:solidFill>
          </a:ln>
        </p:spPr>
        <p:style>
          <a:lnRef idx="1">
            <a:schemeClr val="accent1"/>
          </a:lnRef>
          <a:fillRef idx="0">
            <a:schemeClr val="accent1"/>
          </a:fillRef>
          <a:effectRef idx="0">
            <a:schemeClr val="accent1"/>
          </a:effectRef>
          <a:fontRef idx="minor">
            <a:schemeClr val="tx1"/>
          </a:fontRef>
        </p:style>
      </p:cxnSp>
      <p:pic>
        <p:nvPicPr>
          <p:cNvPr id="12"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811"/>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13" name="텍스트 개체 틀 15"/>
          <p:cNvSpPr>
            <a:spLocks noGrp="1"/>
          </p:cNvSpPr>
          <p:nvPr>
            <p:ph type="body" sz="quarter" idx="10" hasCustomPrompt="1"/>
          </p:nvPr>
        </p:nvSpPr>
        <p:spPr>
          <a:xfrm>
            <a:off x="1206501" y="3064278"/>
            <a:ext cx="7993063" cy="1152878"/>
          </a:xfrm>
          <a:prstGeom prst="rect">
            <a:avLst/>
          </a:prstGeom>
        </p:spPr>
        <p:txBody>
          <a:bodyPr/>
          <a:lstStyle>
            <a:lvl1pPr marL="0" indent="0" algn="l">
              <a:buNone/>
              <a:defRPr sz="2400">
                <a:solidFill>
                  <a:srgbClr val="323C46"/>
                </a:solidFill>
                <a:latin typeface="다키 M Title" pitchFamily="2" charset="-127"/>
                <a:ea typeface="다키 M Title" pitchFamily="2" charset="-127"/>
              </a:defRPr>
            </a:lvl1pPr>
          </a:lstStyle>
          <a:p>
            <a:pPr algn="l"/>
            <a:r>
              <a:rPr lang="ko-KR" altLang="en-US" sz="6000" dirty="0" smtClean="0">
                <a:solidFill>
                  <a:srgbClr val="323C46"/>
                </a:solidFill>
              </a:rPr>
              <a:t>타이틀을 입력해주세요</a:t>
            </a:r>
            <a:endParaRPr lang="ko-KR" altLang="en-US" sz="6000" dirty="0">
              <a:solidFill>
                <a:srgbClr val="323C46"/>
              </a:solidFill>
            </a:endParaRPr>
          </a:p>
        </p:txBody>
      </p:sp>
      <p:sp>
        <p:nvSpPr>
          <p:cNvPr id="14" name="텍스트 개체 틀 17"/>
          <p:cNvSpPr>
            <a:spLocks noGrp="1"/>
          </p:cNvSpPr>
          <p:nvPr>
            <p:ph type="body" sz="quarter" idx="11" hasCustomPrompt="1"/>
          </p:nvPr>
        </p:nvSpPr>
        <p:spPr>
          <a:xfrm>
            <a:off x="1314252" y="5569517"/>
            <a:ext cx="2592288" cy="397152"/>
          </a:xfrm>
          <a:prstGeom prst="rect">
            <a:avLst/>
          </a:prstGeom>
        </p:spPr>
        <p:txBody>
          <a:bodyPr anchor="ctr"/>
          <a:lstStyle>
            <a:lvl1pPr marL="0" indent="0">
              <a:buNone/>
              <a:defRPr sz="1800">
                <a:solidFill>
                  <a:srgbClr val="9DA6AB"/>
                </a:solidFill>
                <a:latin typeface="다키 L" pitchFamily="2" charset="-127"/>
                <a:ea typeface="다키 L" pitchFamily="2" charset="-127"/>
              </a:defRPr>
            </a:lvl1pPr>
          </a:lstStyle>
          <a:p>
            <a:r>
              <a:rPr lang="ko-KR" altLang="en-US" dirty="0" smtClean="0"/>
              <a:t>홍길동</a:t>
            </a:r>
            <a:endParaRPr lang="en-US" altLang="ko-KR" dirty="0" smtClean="0"/>
          </a:p>
        </p:txBody>
      </p:sp>
      <p:sp>
        <p:nvSpPr>
          <p:cNvPr id="15" name="텍스트 개체 틀 19"/>
          <p:cNvSpPr>
            <a:spLocks noGrp="1"/>
          </p:cNvSpPr>
          <p:nvPr>
            <p:ph type="body" sz="quarter" idx="12" hasCustomPrompt="1"/>
          </p:nvPr>
        </p:nvSpPr>
        <p:spPr>
          <a:xfrm>
            <a:off x="1314787" y="6006851"/>
            <a:ext cx="2593899" cy="398413"/>
          </a:xfrm>
          <a:prstGeom prst="rect">
            <a:avLst/>
          </a:prstGeom>
        </p:spPr>
        <p:txBody>
          <a:bodyPr/>
          <a:lstStyle>
            <a:lvl1pPr marL="0" indent="0">
              <a:buNone/>
              <a:defRPr sz="1800">
                <a:solidFill>
                  <a:srgbClr val="9DA6AB"/>
                </a:solidFill>
                <a:latin typeface="다키 L" pitchFamily="2" charset="-127"/>
                <a:ea typeface="다키 L" pitchFamily="2" charset="-127"/>
              </a:defRPr>
            </a:lvl1pPr>
          </a:lstStyle>
          <a:p>
            <a:r>
              <a:rPr lang="en-US" altLang="ko-KR" dirty="0" smtClean="0"/>
              <a:t>2022.00.00</a:t>
            </a:r>
          </a:p>
        </p:txBody>
      </p:sp>
    </p:spTree>
    <p:extLst>
      <p:ext uri="{BB962C8B-B14F-4D97-AF65-F5344CB8AC3E}">
        <p14:creationId xmlns:p14="http://schemas.microsoft.com/office/powerpoint/2010/main" val="2346390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제목 슬라이드">
    <p:bg>
      <p:bgPr>
        <a:solidFill>
          <a:srgbClr val="2484C6"/>
        </a:solidFill>
        <a:effectLst/>
      </p:bgPr>
    </p:bg>
    <p:spTree>
      <p:nvGrpSpPr>
        <p:cNvPr id="1" name=""/>
        <p:cNvGrpSpPr/>
        <p:nvPr/>
      </p:nvGrpSpPr>
      <p:grpSpPr>
        <a:xfrm>
          <a:off x="0" y="0"/>
          <a:ext cx="0" cy="0"/>
          <a:chOff x="0" y="0"/>
          <a:chExt cx="0" cy="0"/>
        </a:xfrm>
      </p:grpSpPr>
      <p:sp>
        <p:nvSpPr>
          <p:cNvPr id="16" name="제목 1"/>
          <p:cNvSpPr>
            <a:spLocks noGrp="1"/>
          </p:cNvSpPr>
          <p:nvPr>
            <p:ph type="ctrTitle" hasCustomPrompt="1"/>
          </p:nvPr>
        </p:nvSpPr>
        <p:spPr>
          <a:xfrm>
            <a:off x="1206241" y="2109140"/>
            <a:ext cx="7992889" cy="874575"/>
          </a:xfrm>
          <a:prstGeom prst="rect">
            <a:avLst/>
          </a:prstGeom>
        </p:spPr>
        <p:txBody>
          <a:bodyPr/>
          <a:lstStyle>
            <a:lvl1pPr marL="0" indent="0" algn="l">
              <a:buFont typeface="Arial" panose="020B0604020202020204" pitchFamily="34" charset="0"/>
              <a:buNone/>
              <a:defRPr sz="5000">
                <a:solidFill>
                  <a:srgbClr val="323C46"/>
                </a:solidFill>
                <a:latin typeface="다키 M Title" pitchFamily="2" charset="-127"/>
                <a:ea typeface="다키 M Title" pitchFamily="2" charset="-127"/>
              </a:defRPr>
            </a:lvl1pPr>
          </a:lstStyle>
          <a:p>
            <a:r>
              <a:rPr lang="ko-KR" altLang="en-US" dirty="0" smtClean="0"/>
              <a:t>표지 부제목 입력</a:t>
            </a:r>
            <a:endParaRPr lang="ko-KR" altLang="en-US" dirty="0"/>
          </a:p>
        </p:txBody>
      </p:sp>
      <p:sp>
        <p:nvSpPr>
          <p:cNvPr id="17" name="부제목 2"/>
          <p:cNvSpPr>
            <a:spLocks noGrp="1"/>
          </p:cNvSpPr>
          <p:nvPr>
            <p:ph type="subTitle" idx="1" hasCustomPrompt="1"/>
          </p:nvPr>
        </p:nvSpPr>
        <p:spPr>
          <a:xfrm>
            <a:off x="1314252" y="5132962"/>
            <a:ext cx="2594426" cy="397930"/>
          </a:xfrm>
          <a:prstGeom prst="rect">
            <a:avLst/>
          </a:prstGeom>
        </p:spPr>
        <p:txBody>
          <a:bodyPr/>
          <a:lstStyle>
            <a:lvl1pPr marL="0" indent="0" algn="l">
              <a:buFont typeface="Arial" panose="020B0604020202020204" pitchFamily="34" charset="0"/>
              <a:buNone/>
              <a:defRPr sz="1800">
                <a:solidFill>
                  <a:srgbClr val="D8E2E7"/>
                </a:solidFill>
                <a:latin typeface="다키 L" pitchFamily="2" charset="-127"/>
                <a:ea typeface="다키 L" pitchFamily="2" charset="-12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dirty="0" smtClean="0"/>
              <a:t>00 </a:t>
            </a:r>
            <a:r>
              <a:rPr lang="ko-KR" altLang="en-US" dirty="0" smtClean="0"/>
              <a:t>팀</a:t>
            </a:r>
            <a:endParaRPr lang="ko-KR" altLang="en-US" dirty="0"/>
          </a:p>
        </p:txBody>
      </p:sp>
      <p:sp>
        <p:nvSpPr>
          <p:cNvPr id="18" name="직사각형 17"/>
          <p:cNvSpPr/>
          <p:nvPr userDrawn="1"/>
        </p:nvSpPr>
        <p:spPr>
          <a:xfrm>
            <a:off x="1350256" y="0"/>
            <a:ext cx="1926000" cy="1595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ko-KR" altLang="en-US"/>
          </a:p>
        </p:txBody>
      </p:sp>
      <p:cxnSp>
        <p:nvCxnSpPr>
          <p:cNvPr id="19" name="직선 연결선 18"/>
          <p:cNvCxnSpPr/>
          <p:nvPr userDrawn="1"/>
        </p:nvCxnSpPr>
        <p:spPr>
          <a:xfrm>
            <a:off x="1314252" y="4933975"/>
            <a:ext cx="2592288" cy="0"/>
          </a:xfrm>
          <a:prstGeom prst="line">
            <a:avLst/>
          </a:prstGeom>
          <a:ln>
            <a:solidFill>
              <a:srgbClr val="D8E2E7"/>
            </a:solidFill>
          </a:ln>
        </p:spPr>
        <p:style>
          <a:lnRef idx="1">
            <a:schemeClr val="accent1"/>
          </a:lnRef>
          <a:fillRef idx="0">
            <a:schemeClr val="accent1"/>
          </a:fillRef>
          <a:effectRef idx="0">
            <a:schemeClr val="accent1"/>
          </a:effectRef>
          <a:fontRef idx="minor">
            <a:schemeClr val="tx1"/>
          </a:fontRef>
        </p:style>
      </p:cxnSp>
      <p:cxnSp>
        <p:nvCxnSpPr>
          <p:cNvPr id="20" name="직선 연결선 19"/>
          <p:cNvCxnSpPr/>
          <p:nvPr userDrawn="1"/>
        </p:nvCxnSpPr>
        <p:spPr>
          <a:xfrm>
            <a:off x="1314252" y="6588943"/>
            <a:ext cx="2592288" cy="0"/>
          </a:xfrm>
          <a:prstGeom prst="line">
            <a:avLst/>
          </a:prstGeom>
          <a:ln>
            <a:solidFill>
              <a:srgbClr val="D8E2E7"/>
            </a:solidFill>
          </a:ln>
        </p:spPr>
        <p:style>
          <a:lnRef idx="1">
            <a:schemeClr val="accent1"/>
          </a:lnRef>
          <a:fillRef idx="0">
            <a:schemeClr val="accent1"/>
          </a:fillRef>
          <a:effectRef idx="0">
            <a:schemeClr val="accent1"/>
          </a:effectRef>
          <a:fontRef idx="minor">
            <a:schemeClr val="tx1"/>
          </a:fontRef>
        </p:style>
      </p:cxnSp>
      <p:sp>
        <p:nvSpPr>
          <p:cNvPr id="21" name="텍스트 개체 틀 17"/>
          <p:cNvSpPr>
            <a:spLocks noGrp="1"/>
          </p:cNvSpPr>
          <p:nvPr>
            <p:ph type="body" sz="quarter" idx="11" hasCustomPrompt="1"/>
          </p:nvPr>
        </p:nvSpPr>
        <p:spPr>
          <a:xfrm>
            <a:off x="1314252" y="5570733"/>
            <a:ext cx="2592288" cy="397152"/>
          </a:xfrm>
          <a:prstGeom prst="rect">
            <a:avLst/>
          </a:prstGeom>
        </p:spPr>
        <p:txBody>
          <a:bodyPr anchor="ctr"/>
          <a:lstStyle>
            <a:lvl1pPr marL="0" indent="0">
              <a:buNone/>
              <a:defRPr sz="1800">
                <a:solidFill>
                  <a:srgbClr val="D8E2E7"/>
                </a:solidFill>
                <a:latin typeface="다키 L" pitchFamily="2" charset="-127"/>
                <a:ea typeface="다키 L" pitchFamily="2" charset="-127"/>
              </a:defRPr>
            </a:lvl1pPr>
          </a:lstStyle>
          <a:p>
            <a:r>
              <a:rPr lang="ko-KR" altLang="en-US" dirty="0" smtClean="0"/>
              <a:t>홍길동</a:t>
            </a:r>
            <a:endParaRPr lang="en-US" altLang="ko-KR" dirty="0" smtClean="0"/>
          </a:p>
        </p:txBody>
      </p:sp>
      <p:sp>
        <p:nvSpPr>
          <p:cNvPr id="22" name="텍스트 개체 틀 19"/>
          <p:cNvSpPr>
            <a:spLocks noGrp="1"/>
          </p:cNvSpPr>
          <p:nvPr>
            <p:ph type="body" sz="quarter" idx="12" hasCustomPrompt="1"/>
          </p:nvPr>
        </p:nvSpPr>
        <p:spPr>
          <a:xfrm>
            <a:off x="1314787" y="6008067"/>
            <a:ext cx="2593899" cy="398413"/>
          </a:xfrm>
          <a:prstGeom prst="rect">
            <a:avLst/>
          </a:prstGeom>
        </p:spPr>
        <p:txBody>
          <a:bodyPr/>
          <a:lstStyle>
            <a:lvl1pPr marL="0" indent="0">
              <a:buNone/>
              <a:defRPr sz="1800">
                <a:solidFill>
                  <a:srgbClr val="D8E2E7"/>
                </a:solidFill>
                <a:latin typeface="다키 L" pitchFamily="2" charset="-127"/>
                <a:ea typeface="다키 L" pitchFamily="2" charset="-127"/>
              </a:defRPr>
            </a:lvl1pPr>
          </a:lstStyle>
          <a:p>
            <a:r>
              <a:rPr lang="en-US" altLang="ko-KR" dirty="0" smtClean="0"/>
              <a:t>2022.00.00</a:t>
            </a:r>
          </a:p>
        </p:txBody>
      </p:sp>
      <p:pic>
        <p:nvPicPr>
          <p:cNvPr id="23"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049"/>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24" name="텍스트 개체 틀 4"/>
          <p:cNvSpPr>
            <a:spLocks noGrp="1"/>
          </p:cNvSpPr>
          <p:nvPr>
            <p:ph type="body" sz="quarter" idx="13" hasCustomPrompt="1"/>
          </p:nvPr>
        </p:nvSpPr>
        <p:spPr>
          <a:xfrm>
            <a:off x="1206501" y="2984848"/>
            <a:ext cx="7993063" cy="1472243"/>
          </a:xfrm>
          <a:prstGeom prst="rect">
            <a:avLst/>
          </a:prstGeom>
        </p:spPr>
        <p:txBody>
          <a:bodyPr/>
          <a:lstStyle>
            <a:lvl1pPr marL="0" indent="0">
              <a:buNone/>
              <a:defRPr sz="6000">
                <a:solidFill>
                  <a:schemeClr val="bg1"/>
                </a:solidFill>
                <a:latin typeface="다키 M Title" pitchFamily="2" charset="-127"/>
                <a:ea typeface="다키 M Title" pitchFamily="2" charset="-127"/>
              </a:defRPr>
            </a:lvl1pPr>
          </a:lstStyle>
          <a:p>
            <a:pPr lvl="0"/>
            <a:r>
              <a:rPr lang="ko-KR" altLang="en-US" dirty="0" smtClean="0"/>
              <a:t>타이틀을 입력해주세요</a:t>
            </a:r>
            <a:endParaRPr lang="ko-KR" altLang="en-US" dirty="0"/>
          </a:p>
        </p:txBody>
      </p:sp>
    </p:spTree>
    <p:extLst>
      <p:ext uri="{BB962C8B-B14F-4D97-AF65-F5344CB8AC3E}">
        <p14:creationId xmlns:p14="http://schemas.microsoft.com/office/powerpoint/2010/main" val="325185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sp>
        <p:nvSpPr>
          <p:cNvPr id="7" name="제목 1"/>
          <p:cNvSpPr>
            <a:spLocks noGrp="1"/>
          </p:cNvSpPr>
          <p:nvPr>
            <p:ph type="title" hasCustomPrompt="1"/>
          </p:nvPr>
        </p:nvSpPr>
        <p:spPr>
          <a:xfrm>
            <a:off x="1242244" y="1949950"/>
            <a:ext cx="3276364" cy="2785819"/>
          </a:xfrm>
          <a:prstGeom prst="rect">
            <a:avLst/>
          </a:prstGeom>
        </p:spPr>
        <p:txBody>
          <a:bodyPr/>
          <a:lstStyle>
            <a:lvl1pPr algn="l">
              <a:defRPr sz="5400">
                <a:solidFill>
                  <a:srgbClr val="2482C8"/>
                </a:solidFill>
                <a:latin typeface="다키 L" pitchFamily="2" charset="-127"/>
                <a:ea typeface="다키 L" pitchFamily="2" charset="-127"/>
              </a:defRPr>
            </a:lvl1pPr>
          </a:lstStyle>
          <a:p>
            <a:r>
              <a:rPr lang="en-US" altLang="ko-KR" dirty="0" smtClean="0"/>
              <a:t>Table </a:t>
            </a:r>
            <a:br>
              <a:rPr lang="en-US" altLang="ko-KR" dirty="0" smtClean="0"/>
            </a:br>
            <a:r>
              <a:rPr lang="en-US" altLang="ko-KR" dirty="0" smtClean="0"/>
              <a:t>of </a:t>
            </a:r>
            <a:br>
              <a:rPr lang="en-US" altLang="ko-KR" dirty="0" smtClean="0"/>
            </a:br>
            <a:r>
              <a:rPr lang="en-US" altLang="ko-KR" dirty="0" smtClean="0"/>
              <a:t>contents</a:t>
            </a:r>
            <a:endParaRPr lang="ko-KR" altLang="en-US" dirty="0"/>
          </a:p>
        </p:txBody>
      </p:sp>
      <p:sp>
        <p:nvSpPr>
          <p:cNvPr id="8" name="직사각형 7"/>
          <p:cNvSpPr/>
          <p:nvPr userDrawn="1"/>
        </p:nvSpPr>
        <p:spPr>
          <a:xfrm>
            <a:off x="1350256" y="0"/>
            <a:ext cx="1926000" cy="1595699"/>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텍스트 개체 틀 19"/>
          <p:cNvSpPr>
            <a:spLocks noGrp="1"/>
          </p:cNvSpPr>
          <p:nvPr>
            <p:ph type="body" sz="quarter" idx="10" hasCustomPrompt="1"/>
          </p:nvPr>
        </p:nvSpPr>
        <p:spPr>
          <a:xfrm>
            <a:off x="5202685" y="1612738"/>
            <a:ext cx="792088" cy="5829256"/>
          </a:xfrm>
          <a:prstGeom prst="rect">
            <a:avLst/>
          </a:prstGeom>
        </p:spPr>
        <p:txBody>
          <a:bodyPr/>
          <a:lstStyle>
            <a:lvl1pPr marL="0" indent="0">
              <a:lnSpc>
                <a:spcPct val="100000"/>
              </a:lnSpc>
              <a:buNone/>
              <a:defRPr sz="4000">
                <a:solidFill>
                  <a:srgbClr val="2482C8"/>
                </a:solidFill>
                <a:latin typeface="다키 M" pitchFamily="2" charset="-127"/>
                <a:ea typeface="다키 M" pitchFamily="2" charset="-127"/>
              </a:defRPr>
            </a:lvl1pPr>
          </a:lstStyle>
          <a:p>
            <a:pPr>
              <a:lnSpc>
                <a:spcPct val="150000"/>
              </a:lnSpc>
            </a:pPr>
            <a:r>
              <a:rPr lang="en-US" altLang="ko-KR" sz="3600" dirty="0" smtClean="0"/>
              <a:t>01</a:t>
            </a:r>
          </a:p>
          <a:p>
            <a:pPr>
              <a:lnSpc>
                <a:spcPct val="150000"/>
              </a:lnSpc>
            </a:pPr>
            <a:r>
              <a:rPr lang="en-US" altLang="ko-KR" sz="3600" dirty="0" smtClean="0"/>
              <a:t>02</a:t>
            </a:r>
          </a:p>
          <a:p>
            <a:pPr>
              <a:lnSpc>
                <a:spcPct val="150000"/>
              </a:lnSpc>
            </a:pPr>
            <a:r>
              <a:rPr lang="en-US" altLang="ko-KR" sz="3600" dirty="0" smtClean="0"/>
              <a:t>03</a:t>
            </a:r>
          </a:p>
          <a:p>
            <a:pPr>
              <a:lnSpc>
                <a:spcPct val="150000"/>
              </a:lnSpc>
            </a:pPr>
            <a:r>
              <a:rPr lang="en-US" altLang="ko-KR" sz="3600" dirty="0" smtClean="0"/>
              <a:t>04</a:t>
            </a:r>
            <a:endParaRPr lang="ko-KR" altLang="en-US" sz="4200" dirty="0"/>
          </a:p>
        </p:txBody>
      </p:sp>
      <p:sp>
        <p:nvSpPr>
          <p:cNvPr id="10" name="텍스트 개체 틀 25"/>
          <p:cNvSpPr>
            <a:spLocks noGrp="1"/>
          </p:cNvSpPr>
          <p:nvPr>
            <p:ph type="body" sz="quarter" idx="13" hasCustomPrompt="1"/>
          </p:nvPr>
        </p:nvSpPr>
        <p:spPr>
          <a:xfrm>
            <a:off x="5994773" y="2347925"/>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11" name="텍스트 개체 틀 27"/>
          <p:cNvSpPr>
            <a:spLocks noGrp="1"/>
          </p:cNvSpPr>
          <p:nvPr>
            <p:ph type="body" sz="quarter" idx="14" hasCustomPrompt="1"/>
          </p:nvPr>
        </p:nvSpPr>
        <p:spPr>
          <a:xfrm>
            <a:off x="5994773" y="1949951"/>
            <a:ext cx="4392487" cy="397974"/>
          </a:xfrm>
          <a:prstGeom prst="rect">
            <a:avLst/>
          </a:prstGeom>
        </p:spPr>
        <p:txBody>
          <a:bodyPr/>
          <a:lstStyle>
            <a:lvl1pPr marL="0" indent="0">
              <a:buNone/>
              <a:defRPr sz="2000">
                <a:latin typeface="다키 L" pitchFamily="2" charset="-127"/>
                <a:ea typeface="다키 L"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pic>
        <p:nvPicPr>
          <p:cNvPr id="12"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049"/>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13" name="텍스트 개체 틀 25"/>
          <p:cNvSpPr>
            <a:spLocks noGrp="1"/>
          </p:cNvSpPr>
          <p:nvPr>
            <p:ph type="body" sz="quarter" idx="15" hasCustomPrompt="1"/>
          </p:nvPr>
        </p:nvSpPr>
        <p:spPr>
          <a:xfrm>
            <a:off x="5994773" y="3382657"/>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14" name="텍스트 개체 틀 27"/>
          <p:cNvSpPr>
            <a:spLocks noGrp="1"/>
          </p:cNvSpPr>
          <p:nvPr>
            <p:ph type="body" sz="quarter" idx="16" hasCustomPrompt="1"/>
          </p:nvPr>
        </p:nvSpPr>
        <p:spPr>
          <a:xfrm>
            <a:off x="5994773" y="2984683"/>
            <a:ext cx="4392487" cy="397974"/>
          </a:xfrm>
          <a:prstGeom prst="rect">
            <a:avLst/>
          </a:prstGeom>
        </p:spPr>
        <p:txBody>
          <a:bodyPr/>
          <a:lstStyle>
            <a:lvl1pPr marL="0" indent="0">
              <a:buNone/>
              <a:defRPr sz="2000">
                <a:latin typeface="다키 L" pitchFamily="2" charset="-127"/>
                <a:ea typeface="다키 L"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sp>
        <p:nvSpPr>
          <p:cNvPr id="15" name="텍스트 개체 틀 25"/>
          <p:cNvSpPr>
            <a:spLocks noGrp="1"/>
          </p:cNvSpPr>
          <p:nvPr>
            <p:ph type="body" sz="quarter" idx="17" hasCustomPrompt="1"/>
          </p:nvPr>
        </p:nvSpPr>
        <p:spPr>
          <a:xfrm>
            <a:off x="5994773" y="4417390"/>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16" name="텍스트 개체 틀 27"/>
          <p:cNvSpPr>
            <a:spLocks noGrp="1"/>
          </p:cNvSpPr>
          <p:nvPr>
            <p:ph type="body" sz="quarter" idx="18" hasCustomPrompt="1"/>
          </p:nvPr>
        </p:nvSpPr>
        <p:spPr>
          <a:xfrm>
            <a:off x="5994773" y="4019416"/>
            <a:ext cx="4392487" cy="397974"/>
          </a:xfrm>
          <a:prstGeom prst="rect">
            <a:avLst/>
          </a:prstGeom>
        </p:spPr>
        <p:txBody>
          <a:bodyPr/>
          <a:lstStyle>
            <a:lvl1pPr marL="0" indent="0">
              <a:buNone/>
              <a:defRPr sz="2000">
                <a:latin typeface="다키 L" pitchFamily="2" charset="-127"/>
                <a:ea typeface="다키 L"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sp>
        <p:nvSpPr>
          <p:cNvPr id="17" name="텍스트 개체 틀 25"/>
          <p:cNvSpPr>
            <a:spLocks noGrp="1"/>
          </p:cNvSpPr>
          <p:nvPr>
            <p:ph type="body" sz="quarter" idx="19" hasCustomPrompt="1"/>
          </p:nvPr>
        </p:nvSpPr>
        <p:spPr>
          <a:xfrm>
            <a:off x="5994773" y="5452123"/>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18" name="텍스트 개체 틀 27"/>
          <p:cNvSpPr>
            <a:spLocks noGrp="1"/>
          </p:cNvSpPr>
          <p:nvPr>
            <p:ph type="body" sz="quarter" idx="20" hasCustomPrompt="1"/>
          </p:nvPr>
        </p:nvSpPr>
        <p:spPr>
          <a:xfrm>
            <a:off x="5994773" y="5054149"/>
            <a:ext cx="4392487" cy="397974"/>
          </a:xfrm>
          <a:prstGeom prst="rect">
            <a:avLst/>
          </a:prstGeom>
        </p:spPr>
        <p:txBody>
          <a:bodyPr/>
          <a:lstStyle>
            <a:lvl1pPr marL="0" indent="0">
              <a:buNone/>
              <a:defRPr sz="2000">
                <a:latin typeface="다키 L" pitchFamily="2" charset="-127"/>
                <a:ea typeface="다키 L"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spTree>
    <p:extLst>
      <p:ext uri="{BB962C8B-B14F-4D97-AF65-F5344CB8AC3E}">
        <p14:creationId xmlns:p14="http://schemas.microsoft.com/office/powerpoint/2010/main" val="3653189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sp>
        <p:nvSpPr>
          <p:cNvPr id="8" name="제목 1"/>
          <p:cNvSpPr>
            <a:spLocks noGrp="1"/>
          </p:cNvSpPr>
          <p:nvPr>
            <p:ph type="title" hasCustomPrompt="1"/>
          </p:nvPr>
        </p:nvSpPr>
        <p:spPr>
          <a:xfrm>
            <a:off x="1206240" y="2188735"/>
            <a:ext cx="4991732" cy="1989871"/>
          </a:xfrm>
          <a:prstGeom prst="rect">
            <a:avLst/>
          </a:prstGeom>
        </p:spPr>
        <p:txBody>
          <a:bodyPr/>
          <a:lstStyle>
            <a:lvl1pPr algn="l">
              <a:defRPr sz="4800" baseline="0">
                <a:solidFill>
                  <a:srgbClr val="323C46"/>
                </a:solidFill>
                <a:latin typeface="다키 B" pitchFamily="2" charset="-127"/>
                <a:ea typeface="다키 B" pitchFamily="2" charset="-127"/>
              </a:defRPr>
            </a:lvl1pPr>
          </a:lstStyle>
          <a:p>
            <a:r>
              <a:rPr lang="ko-KR" altLang="en-US" dirty="0" smtClean="0"/>
              <a:t>간지</a:t>
            </a:r>
            <a:r>
              <a:rPr lang="en-US" altLang="ko-KR" dirty="0" smtClean="0"/>
              <a:t/>
            </a:r>
            <a:br>
              <a:rPr lang="en-US" altLang="ko-KR" dirty="0" smtClean="0"/>
            </a:br>
            <a:r>
              <a:rPr lang="ko-KR" altLang="en-US" dirty="0" smtClean="0"/>
              <a:t>타이틀 입력</a:t>
            </a:r>
            <a:endParaRPr lang="ko-KR" altLang="en-US" dirty="0"/>
          </a:p>
        </p:txBody>
      </p:sp>
      <p:sp>
        <p:nvSpPr>
          <p:cNvPr id="9" name="텍스트 개체 틀 9"/>
          <p:cNvSpPr>
            <a:spLocks noGrp="1"/>
          </p:cNvSpPr>
          <p:nvPr>
            <p:ph type="body" sz="quarter" idx="10" hasCustomPrompt="1"/>
          </p:nvPr>
        </p:nvSpPr>
        <p:spPr>
          <a:xfrm>
            <a:off x="1206240" y="4695739"/>
            <a:ext cx="4991100" cy="2068863"/>
          </a:xfrm>
          <a:prstGeom prst="rect">
            <a:avLst/>
          </a:prstGeom>
        </p:spPr>
        <p:txBody>
          <a:bodyPr/>
          <a:lstStyle>
            <a:lvl1pPr marL="0" indent="0" algn="l">
              <a:buNone/>
              <a:defRPr sz="2400">
                <a:solidFill>
                  <a:srgbClr val="9DA6AB"/>
                </a:solidFill>
              </a:defRPr>
            </a:lvl1pPr>
          </a:lstStyle>
          <a:p>
            <a:pPr>
              <a:lnSpc>
                <a:spcPct val="150000"/>
              </a:lnSpc>
            </a:pPr>
            <a:r>
              <a:rPr lang="en-US" altLang="ko-KR" sz="2000" dirty="0" smtClean="0">
                <a:latin typeface="다키 M" pitchFamily="2" charset="-127"/>
                <a:ea typeface="다키 M" pitchFamily="2" charset="-127"/>
              </a:rPr>
              <a:t>1) </a:t>
            </a:r>
            <a:r>
              <a:rPr lang="ko-KR" altLang="en-US" sz="2000" dirty="0" smtClean="0">
                <a:latin typeface="다키 M" pitchFamily="2" charset="-127"/>
                <a:ea typeface="다키 M" pitchFamily="2" charset="-127"/>
              </a:rPr>
              <a:t>소제목 입력</a:t>
            </a:r>
            <a:endParaRPr lang="en-US" altLang="ko-KR" sz="2000" dirty="0" smtClean="0">
              <a:latin typeface="다키 M" pitchFamily="2" charset="-127"/>
              <a:ea typeface="다키 M" pitchFamily="2" charset="-127"/>
            </a:endParaRPr>
          </a:p>
        </p:txBody>
      </p:sp>
      <p:sp>
        <p:nvSpPr>
          <p:cNvPr id="10" name="직사각형 9"/>
          <p:cNvSpPr/>
          <p:nvPr userDrawn="1"/>
        </p:nvSpPr>
        <p:spPr>
          <a:xfrm>
            <a:off x="1350256" y="0"/>
            <a:ext cx="1926000" cy="1595699"/>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ko-KR" altLang="en-US"/>
          </a:p>
        </p:txBody>
      </p:sp>
      <p:sp>
        <p:nvSpPr>
          <p:cNvPr id="11" name="직사각형 10"/>
          <p:cNvSpPr/>
          <p:nvPr userDrawn="1"/>
        </p:nvSpPr>
        <p:spPr>
          <a:xfrm>
            <a:off x="6786860" y="1"/>
            <a:ext cx="3906540" cy="7561263"/>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텍스트 개체 틀 5"/>
          <p:cNvSpPr>
            <a:spLocks noGrp="1"/>
          </p:cNvSpPr>
          <p:nvPr>
            <p:ph type="body" sz="quarter" idx="11" hasCustomPrompt="1"/>
          </p:nvPr>
        </p:nvSpPr>
        <p:spPr>
          <a:xfrm>
            <a:off x="1736994" y="437650"/>
            <a:ext cx="1152525" cy="1033553"/>
          </a:xfrm>
          <a:prstGeom prst="rect">
            <a:avLst/>
          </a:prstGeom>
        </p:spPr>
        <p:txBody>
          <a:bodyPr anchor="ctr"/>
          <a:lstStyle>
            <a:lvl1pPr marL="0" indent="0" algn="ctr">
              <a:buNone/>
              <a:defRPr sz="6000">
                <a:solidFill>
                  <a:schemeClr val="bg1"/>
                </a:solidFill>
                <a:latin typeface="다키 M Title" pitchFamily="2" charset="-127"/>
                <a:ea typeface="다키 M Title" pitchFamily="2" charset="-127"/>
              </a:defRPr>
            </a:lvl1pPr>
          </a:lstStyle>
          <a:p>
            <a:pPr lvl="0"/>
            <a:r>
              <a:rPr lang="en-US" altLang="ko-KR" dirty="0" smtClean="0"/>
              <a:t>01</a:t>
            </a:r>
            <a:endParaRPr lang="ko-KR" altLang="en-US" dirty="0"/>
          </a:p>
        </p:txBody>
      </p:sp>
    </p:spTree>
    <p:extLst>
      <p:ext uri="{BB962C8B-B14F-4D97-AF65-F5344CB8AC3E}">
        <p14:creationId xmlns:p14="http://schemas.microsoft.com/office/powerpoint/2010/main" val="1735126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사용자 지정 레이아웃">
    <p:bg>
      <p:bgPr>
        <a:solidFill>
          <a:srgbClr val="2484C6"/>
        </a:solidFill>
        <a:effectLst/>
      </p:bgPr>
    </p:bg>
    <p:spTree>
      <p:nvGrpSpPr>
        <p:cNvPr id="1" name=""/>
        <p:cNvGrpSpPr/>
        <p:nvPr/>
      </p:nvGrpSpPr>
      <p:grpSpPr>
        <a:xfrm>
          <a:off x="0" y="0"/>
          <a:ext cx="0" cy="0"/>
          <a:chOff x="0" y="0"/>
          <a:chExt cx="0" cy="0"/>
        </a:xfrm>
      </p:grpSpPr>
      <p:sp>
        <p:nvSpPr>
          <p:cNvPr id="10" name="제목 1"/>
          <p:cNvSpPr>
            <a:spLocks noGrp="1"/>
          </p:cNvSpPr>
          <p:nvPr>
            <p:ph type="title" hasCustomPrompt="1"/>
          </p:nvPr>
        </p:nvSpPr>
        <p:spPr>
          <a:xfrm>
            <a:off x="1206240" y="2188735"/>
            <a:ext cx="4991732" cy="1989871"/>
          </a:xfrm>
          <a:prstGeom prst="rect">
            <a:avLst/>
          </a:prstGeom>
        </p:spPr>
        <p:txBody>
          <a:bodyPr>
            <a:normAutofit/>
          </a:bodyPr>
          <a:lstStyle>
            <a:lvl1pPr algn="l">
              <a:defRPr sz="6000">
                <a:solidFill>
                  <a:schemeClr val="bg1"/>
                </a:solidFill>
                <a:latin typeface="다키 B" pitchFamily="2" charset="-127"/>
                <a:ea typeface="다키 B" pitchFamily="2" charset="-127"/>
              </a:defRPr>
            </a:lvl1pPr>
          </a:lstStyle>
          <a:p>
            <a:r>
              <a:rPr lang="ko-KR" altLang="en-US" dirty="0" smtClean="0"/>
              <a:t>간지</a:t>
            </a:r>
            <a:r>
              <a:rPr lang="en-US" altLang="ko-KR" dirty="0" smtClean="0"/>
              <a:t/>
            </a:r>
            <a:br>
              <a:rPr lang="en-US" altLang="ko-KR" dirty="0" smtClean="0"/>
            </a:br>
            <a:r>
              <a:rPr lang="ko-KR" altLang="en-US" dirty="0" smtClean="0"/>
              <a:t>타이틀 입력</a:t>
            </a:r>
            <a:endParaRPr lang="ko-KR" altLang="en-US" dirty="0"/>
          </a:p>
        </p:txBody>
      </p:sp>
      <p:sp>
        <p:nvSpPr>
          <p:cNvPr id="11" name="직사각형 10"/>
          <p:cNvSpPr/>
          <p:nvPr userDrawn="1"/>
        </p:nvSpPr>
        <p:spPr>
          <a:xfrm>
            <a:off x="6786860" y="1"/>
            <a:ext cx="3906540" cy="7561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p:cNvSpPr/>
          <p:nvPr userDrawn="1"/>
        </p:nvSpPr>
        <p:spPr>
          <a:xfrm>
            <a:off x="1350256" y="0"/>
            <a:ext cx="1926000" cy="1595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텍스트 개체 틀 9"/>
          <p:cNvSpPr>
            <a:spLocks noGrp="1"/>
          </p:cNvSpPr>
          <p:nvPr>
            <p:ph type="body" sz="quarter" idx="10" hasCustomPrompt="1"/>
          </p:nvPr>
        </p:nvSpPr>
        <p:spPr>
          <a:xfrm>
            <a:off x="1170236" y="4716000"/>
            <a:ext cx="4991100" cy="1872000"/>
          </a:xfrm>
          <a:prstGeom prst="rect">
            <a:avLst/>
          </a:prstGeom>
        </p:spPr>
        <p:txBody>
          <a:bodyPr anchor="ctr">
            <a:normAutofit/>
          </a:bodyPr>
          <a:lstStyle>
            <a:lvl1pPr marL="0" indent="0">
              <a:buNone/>
              <a:defRPr sz="1800">
                <a:solidFill>
                  <a:srgbClr val="D8E2E7"/>
                </a:solidFill>
                <a:latin typeface="다키 L" pitchFamily="2" charset="-127"/>
                <a:ea typeface="다키 L" pitchFamily="2" charset="-127"/>
              </a:defRPr>
            </a:lvl1pPr>
          </a:lstStyle>
          <a:p>
            <a:pPr>
              <a:lnSpc>
                <a:spcPct val="150000"/>
              </a:lnSpc>
            </a:pPr>
            <a:r>
              <a:rPr lang="en-US" altLang="ko-KR" sz="2000" dirty="0" smtClean="0">
                <a:latin typeface="다키 M" pitchFamily="2" charset="-127"/>
                <a:ea typeface="다키 M" pitchFamily="2" charset="-127"/>
              </a:rPr>
              <a:t>1) </a:t>
            </a:r>
            <a:r>
              <a:rPr lang="ko-KR" altLang="en-US" sz="2000" dirty="0" smtClean="0">
                <a:latin typeface="다키 M" pitchFamily="2" charset="-127"/>
                <a:ea typeface="다키 M" pitchFamily="2" charset="-127"/>
              </a:rPr>
              <a:t>소제목 입력</a:t>
            </a:r>
            <a:endParaRPr lang="en-US" altLang="ko-KR" sz="2000" dirty="0" smtClean="0">
              <a:latin typeface="다키 M" pitchFamily="2" charset="-127"/>
              <a:ea typeface="다키 M" pitchFamily="2" charset="-127"/>
            </a:endParaRPr>
          </a:p>
        </p:txBody>
      </p:sp>
      <p:sp>
        <p:nvSpPr>
          <p:cNvPr id="14" name="텍스트 개체 틀 11"/>
          <p:cNvSpPr>
            <a:spLocks noGrp="1"/>
          </p:cNvSpPr>
          <p:nvPr>
            <p:ph type="body" sz="quarter" idx="11" hasCustomPrompt="1"/>
          </p:nvPr>
        </p:nvSpPr>
        <p:spPr>
          <a:xfrm>
            <a:off x="1775889" y="366745"/>
            <a:ext cx="1074737" cy="849304"/>
          </a:xfrm>
          <a:prstGeom prst="rect">
            <a:avLst/>
          </a:prstGeom>
        </p:spPr>
        <p:txBody>
          <a:bodyPr/>
          <a:lstStyle>
            <a:lvl1pPr marL="0" indent="0" algn="ctr">
              <a:buNone/>
              <a:defRPr sz="2400"/>
            </a:lvl1pPr>
          </a:lstStyle>
          <a:p>
            <a:pPr algn="ctr"/>
            <a:r>
              <a:rPr lang="en-US" altLang="ko-KR" sz="6000" dirty="0" smtClean="0">
                <a:solidFill>
                  <a:srgbClr val="2482C8"/>
                </a:solidFill>
                <a:latin typeface="다키 M Title" pitchFamily="2" charset="-127"/>
                <a:ea typeface="다키 M Title" pitchFamily="2" charset="-127"/>
              </a:rPr>
              <a:t>01</a:t>
            </a:r>
            <a:endParaRPr lang="ko-KR" altLang="en-US" sz="6000" dirty="0">
              <a:solidFill>
                <a:srgbClr val="2482C8"/>
              </a:solidFill>
              <a:latin typeface="다키 M Title" pitchFamily="2" charset="-127"/>
              <a:ea typeface="다키 M Title" pitchFamily="2" charset="-127"/>
            </a:endParaRPr>
          </a:p>
        </p:txBody>
      </p:sp>
      <p:cxnSp>
        <p:nvCxnSpPr>
          <p:cNvPr id="15" name="직선 연결선 14"/>
          <p:cNvCxnSpPr/>
          <p:nvPr userDrawn="1"/>
        </p:nvCxnSpPr>
        <p:spPr>
          <a:xfrm>
            <a:off x="1314252" y="4716734"/>
            <a:ext cx="3384376" cy="0"/>
          </a:xfrm>
          <a:prstGeom prst="line">
            <a:avLst/>
          </a:prstGeom>
          <a:ln w="12700">
            <a:solidFill>
              <a:srgbClr val="D8E2E7"/>
            </a:solidFill>
          </a:ln>
        </p:spPr>
        <p:style>
          <a:lnRef idx="1">
            <a:schemeClr val="accent1"/>
          </a:lnRef>
          <a:fillRef idx="0">
            <a:schemeClr val="accent1"/>
          </a:fillRef>
          <a:effectRef idx="0">
            <a:schemeClr val="accent1"/>
          </a:effectRef>
          <a:fontRef idx="minor">
            <a:schemeClr val="tx1"/>
          </a:fontRef>
        </p:style>
      </p:cxnSp>
      <p:cxnSp>
        <p:nvCxnSpPr>
          <p:cNvPr id="16" name="직선 연결선 15"/>
          <p:cNvCxnSpPr/>
          <p:nvPr userDrawn="1"/>
        </p:nvCxnSpPr>
        <p:spPr>
          <a:xfrm>
            <a:off x="1314252" y="6588942"/>
            <a:ext cx="3384376" cy="0"/>
          </a:xfrm>
          <a:prstGeom prst="line">
            <a:avLst/>
          </a:prstGeom>
          <a:ln w="12700">
            <a:solidFill>
              <a:srgbClr val="D8E2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6163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제목 및 내용">
    <p:spTree>
      <p:nvGrpSpPr>
        <p:cNvPr id="1" name=""/>
        <p:cNvGrpSpPr/>
        <p:nvPr/>
      </p:nvGrpSpPr>
      <p:grpSpPr>
        <a:xfrm>
          <a:off x="0" y="0"/>
          <a:ext cx="0" cy="0"/>
          <a:chOff x="0" y="0"/>
          <a:chExt cx="0" cy="0"/>
        </a:xfrm>
      </p:grpSpPr>
      <p:sp>
        <p:nvSpPr>
          <p:cNvPr id="6" name="슬라이드 번호 개체 틀 5"/>
          <p:cNvSpPr txBox="1">
            <a:spLocks/>
          </p:cNvSpPr>
          <p:nvPr userDrawn="1"/>
        </p:nvSpPr>
        <p:spPr>
          <a:xfrm>
            <a:off x="4680165" y="7243007"/>
            <a:ext cx="1333071" cy="309885"/>
          </a:xfrm>
          <a:prstGeom prst="rect">
            <a:avLst/>
          </a:prstGeom>
        </p:spPr>
        <p:txBody>
          <a:bodyPr vert="horz" lIns="91440" tIns="45720" rIns="91440" bIns="45720" rtlCol="0" anchor="ctr"/>
          <a:lstStyle>
            <a:defPPr>
              <a:defRPr lang="ko-KR"/>
            </a:defPPr>
            <a:lvl1pPr marL="0" algn="ctr" defTabSz="914400" rtl="0" eaLnBrk="1" latinLnBrk="1" hangingPunct="1">
              <a:defRPr sz="1200" kern="1200">
                <a:solidFill>
                  <a:srgbClr val="D8E2E7"/>
                </a:solidFill>
                <a:latin typeface="다키 M" pitchFamily="2" charset="-127"/>
                <a:ea typeface="다키 M" pitchFamily="2" charset="-127"/>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4A1A8922-F2AB-460F-B06D-814BB823FF16}" type="slidenum">
              <a:rPr lang="ko-KR" altLang="en-US" smtClean="0">
                <a:solidFill>
                  <a:srgbClr val="9DA6AB"/>
                </a:solidFill>
              </a:rPr>
              <a:pPr/>
              <a:t>‹#›</a:t>
            </a:fld>
            <a:r>
              <a:rPr lang="en-US" altLang="ko-KR" dirty="0" smtClean="0">
                <a:solidFill>
                  <a:srgbClr val="9DA6AB"/>
                </a:solidFill>
              </a:rPr>
              <a:t>/x</a:t>
            </a:r>
            <a:endParaRPr lang="ko-KR" altLang="en-US" dirty="0">
              <a:solidFill>
                <a:srgbClr val="9DA6AB"/>
              </a:solidFill>
            </a:endParaRPr>
          </a:p>
        </p:txBody>
      </p:sp>
      <p:sp>
        <p:nvSpPr>
          <p:cNvPr id="7" name="내용 개체 틀 2"/>
          <p:cNvSpPr>
            <a:spLocks noGrp="1"/>
          </p:cNvSpPr>
          <p:nvPr>
            <p:ph idx="13"/>
          </p:nvPr>
        </p:nvSpPr>
        <p:spPr>
          <a:xfrm>
            <a:off x="306388" y="1764296"/>
            <a:ext cx="10080872" cy="5200129"/>
          </a:xfrm>
          <a:prstGeom prst="rect">
            <a:avLst/>
          </a:prstGeom>
        </p:spPr>
        <p:txBody>
          <a:bodyPr/>
          <a:lstStyle>
            <a:lvl1pPr marL="0" indent="0">
              <a:buNone/>
              <a:defRPr sz="1400">
                <a:solidFill>
                  <a:srgbClr val="323C46"/>
                </a:solidFill>
                <a:latin typeface="다키 L" pitchFamily="2" charset="-127"/>
                <a:ea typeface="다키 L" pitchFamily="2" charset="-127"/>
              </a:defRPr>
            </a:lvl1pPr>
          </a:lstStyle>
          <a:p>
            <a:pPr lvl="0"/>
            <a:endParaRPr lang="ko-KR" altLang="en-US" dirty="0"/>
          </a:p>
        </p:txBody>
      </p:sp>
      <p:sp>
        <p:nvSpPr>
          <p:cNvPr id="8" name="직사각형 7"/>
          <p:cNvSpPr/>
          <p:nvPr userDrawn="1"/>
        </p:nvSpPr>
        <p:spPr>
          <a:xfrm>
            <a:off x="0" y="250567"/>
            <a:ext cx="180000" cy="955138"/>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p:cNvSpPr/>
          <p:nvPr userDrawn="1"/>
        </p:nvSpPr>
        <p:spPr>
          <a:xfrm>
            <a:off x="10627226" y="250567"/>
            <a:ext cx="66175" cy="397974"/>
          </a:xfrm>
          <a:prstGeom prst="rect">
            <a:avLst/>
          </a:prstGeom>
          <a:solidFill>
            <a:srgbClr val="9DA6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텍스트 개체 틀 15"/>
          <p:cNvSpPr>
            <a:spLocks noGrp="1"/>
          </p:cNvSpPr>
          <p:nvPr>
            <p:ph type="body" sz="quarter" idx="10" hasCustomPrompt="1"/>
          </p:nvPr>
        </p:nvSpPr>
        <p:spPr>
          <a:xfrm>
            <a:off x="8343899" y="250567"/>
            <a:ext cx="2268537" cy="397974"/>
          </a:xfrm>
          <a:prstGeom prst="rect">
            <a:avLst/>
          </a:prstGeom>
        </p:spPr>
        <p:txBody>
          <a:bodyPr/>
          <a:lstStyle>
            <a:lvl1pPr marL="0" indent="0">
              <a:buNone/>
              <a:defRPr sz="2400">
                <a:solidFill>
                  <a:srgbClr val="9DA6AB"/>
                </a:solidFill>
                <a:latin typeface="다키 L" pitchFamily="2" charset="-127"/>
                <a:ea typeface="다키 L" pitchFamily="2" charset="-127"/>
              </a:defRPr>
            </a:lvl1pPr>
          </a:lstStyle>
          <a:p>
            <a:pPr algn="r"/>
            <a:r>
              <a:rPr lang="en-US" altLang="ko-KR" sz="1600" dirty="0" smtClean="0">
                <a:solidFill>
                  <a:srgbClr val="9DA6AB"/>
                </a:solidFill>
              </a:rPr>
              <a:t>Large</a:t>
            </a:r>
            <a:r>
              <a:rPr lang="en-US" altLang="ko-KR" sz="1600" baseline="0" dirty="0" smtClean="0">
                <a:solidFill>
                  <a:srgbClr val="9DA6AB"/>
                </a:solidFill>
              </a:rPr>
              <a:t> title </a:t>
            </a:r>
            <a:r>
              <a:rPr lang="ko-KR" altLang="en-US" sz="1600" dirty="0" smtClean="0">
                <a:solidFill>
                  <a:srgbClr val="9DA6AB"/>
                </a:solidFill>
              </a:rPr>
              <a:t>입력</a:t>
            </a:r>
            <a:endParaRPr lang="ko-KR" altLang="en-US" sz="1600" dirty="0">
              <a:solidFill>
                <a:srgbClr val="9DA6AB"/>
              </a:solidFill>
            </a:endParaRPr>
          </a:p>
        </p:txBody>
      </p:sp>
      <p:sp>
        <p:nvSpPr>
          <p:cNvPr id="11" name="텍스트 개체 틀 17"/>
          <p:cNvSpPr>
            <a:spLocks noGrp="1"/>
          </p:cNvSpPr>
          <p:nvPr>
            <p:ph type="body" sz="quarter" idx="11" hasCustomPrompt="1"/>
          </p:nvPr>
        </p:nvSpPr>
        <p:spPr>
          <a:xfrm>
            <a:off x="234132" y="238662"/>
            <a:ext cx="7956884" cy="636979"/>
          </a:xfrm>
          <a:prstGeom prst="rect">
            <a:avLst/>
          </a:prstGeom>
        </p:spPr>
        <p:txBody>
          <a:bodyPr/>
          <a:lstStyle>
            <a:lvl1pPr marL="0" indent="0">
              <a:buNone/>
              <a:defRPr sz="3200">
                <a:solidFill>
                  <a:srgbClr val="2482C8"/>
                </a:solidFill>
                <a:latin typeface="다키 L" pitchFamily="2" charset="-127"/>
                <a:ea typeface="다키 L" pitchFamily="2" charset="-127"/>
              </a:defRPr>
            </a:lvl1pPr>
          </a:lstStyle>
          <a:p>
            <a:r>
              <a:rPr lang="ko-KR" altLang="en-US" dirty="0" smtClean="0"/>
              <a:t>타이틀을 입력하세요</a:t>
            </a:r>
            <a:endParaRPr lang="ko-KR" altLang="en-US" dirty="0"/>
          </a:p>
        </p:txBody>
      </p:sp>
      <p:sp>
        <p:nvSpPr>
          <p:cNvPr id="12" name="텍스트 개체 틀 19"/>
          <p:cNvSpPr>
            <a:spLocks noGrp="1"/>
          </p:cNvSpPr>
          <p:nvPr>
            <p:ph type="body" sz="quarter" idx="12" hasCustomPrompt="1"/>
          </p:nvPr>
        </p:nvSpPr>
        <p:spPr>
          <a:xfrm>
            <a:off x="234132" y="835733"/>
            <a:ext cx="7956884" cy="640642"/>
          </a:xfrm>
          <a:prstGeom prst="rect">
            <a:avLst/>
          </a:prstGeom>
        </p:spPr>
        <p:txBody>
          <a:bodyPr/>
          <a:lstStyle>
            <a:lvl1pPr marL="0" indent="0">
              <a:buNone/>
              <a:defRPr sz="2400">
                <a:latin typeface="다키 L" pitchFamily="2" charset="-127"/>
                <a:ea typeface="다키 L" pitchFamily="2" charset="-127"/>
              </a:defRPr>
            </a:lvl1pPr>
          </a:lstStyle>
          <a:p>
            <a:r>
              <a:rPr lang="en-US" altLang="ko-KR" sz="1600" dirty="0" smtClean="0">
                <a:solidFill>
                  <a:srgbClr val="50646E"/>
                </a:solidFill>
              </a:rPr>
              <a:t>summary</a:t>
            </a:r>
            <a:r>
              <a:rPr lang="ko-KR" altLang="en-US" sz="1600" dirty="0" smtClean="0">
                <a:solidFill>
                  <a:srgbClr val="50646E"/>
                </a:solidFill>
              </a:rPr>
              <a:t>를 입력하세요</a:t>
            </a:r>
            <a:r>
              <a:rPr lang="en-US" altLang="ko-KR" sz="1600" dirty="0" smtClean="0">
                <a:solidFill>
                  <a:srgbClr val="50646E"/>
                </a:solidFill>
              </a:rPr>
              <a:t>.</a:t>
            </a:r>
          </a:p>
          <a:p>
            <a:r>
              <a:rPr lang="ko-KR" altLang="en-US" sz="1600" dirty="0" smtClean="0">
                <a:solidFill>
                  <a:srgbClr val="50646E"/>
                </a:solidFill>
              </a:rPr>
              <a:t>최대 </a:t>
            </a:r>
            <a:r>
              <a:rPr lang="ko-KR" altLang="en-US" sz="1600" dirty="0" err="1" smtClean="0">
                <a:solidFill>
                  <a:srgbClr val="50646E"/>
                </a:solidFill>
              </a:rPr>
              <a:t>두줄까지</a:t>
            </a:r>
            <a:r>
              <a:rPr lang="ko-KR" altLang="en-US" sz="1600" dirty="0" smtClean="0">
                <a:solidFill>
                  <a:srgbClr val="50646E"/>
                </a:solidFill>
              </a:rPr>
              <a:t> 입력이 가능합니다</a:t>
            </a:r>
            <a:r>
              <a:rPr lang="en-US" altLang="ko-KR" sz="1600" dirty="0" smtClean="0">
                <a:solidFill>
                  <a:srgbClr val="50646E"/>
                </a:solidFill>
              </a:rPr>
              <a:t>.</a:t>
            </a:r>
            <a:endParaRPr lang="ko-KR" altLang="en-US" sz="1600" dirty="0">
              <a:solidFill>
                <a:srgbClr val="50646E"/>
              </a:solidFill>
            </a:endParaRPr>
          </a:p>
        </p:txBody>
      </p:sp>
      <p:pic>
        <p:nvPicPr>
          <p:cNvPr id="13"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9475200" y="7315201"/>
            <a:ext cx="911543" cy="115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1661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빈 화면">
    <p:bg>
      <p:bgPr>
        <a:solidFill>
          <a:srgbClr val="2484C6"/>
        </a:solidFill>
        <a:effectLst/>
      </p:bgPr>
    </p:bg>
    <p:spTree>
      <p:nvGrpSpPr>
        <p:cNvPr id="1" name=""/>
        <p:cNvGrpSpPr/>
        <p:nvPr/>
      </p:nvGrpSpPr>
      <p:grpSpPr>
        <a:xfrm>
          <a:off x="0" y="0"/>
          <a:ext cx="0" cy="0"/>
          <a:chOff x="0" y="0"/>
          <a:chExt cx="0" cy="0"/>
        </a:xfrm>
      </p:grpSpPr>
      <p:sp>
        <p:nvSpPr>
          <p:cNvPr id="5" name="제목 1"/>
          <p:cNvSpPr>
            <a:spLocks noGrp="1"/>
          </p:cNvSpPr>
          <p:nvPr>
            <p:ph type="title" hasCustomPrompt="1"/>
          </p:nvPr>
        </p:nvSpPr>
        <p:spPr>
          <a:xfrm>
            <a:off x="1242244" y="2268330"/>
            <a:ext cx="7812868" cy="2029668"/>
          </a:xfrm>
          <a:prstGeom prst="rect">
            <a:avLst/>
          </a:prstGeom>
        </p:spPr>
        <p:txBody>
          <a:bodyPr/>
          <a:lstStyle>
            <a:lvl1pPr>
              <a:defRPr sz="10000" baseline="0">
                <a:solidFill>
                  <a:schemeClr val="bg1"/>
                </a:solidFill>
                <a:latin typeface="다키 M Title" pitchFamily="2" charset="-127"/>
                <a:ea typeface="다키 M Title" pitchFamily="2" charset="-127"/>
              </a:defRPr>
            </a:lvl1pPr>
          </a:lstStyle>
          <a:p>
            <a:r>
              <a:rPr lang="en-US" altLang="ko-KR" dirty="0" smtClean="0"/>
              <a:t>THANK YOU</a:t>
            </a:r>
            <a:endParaRPr lang="ko-KR" altLang="en-US" dirty="0"/>
          </a:p>
        </p:txBody>
      </p:sp>
      <p:sp>
        <p:nvSpPr>
          <p:cNvPr id="6" name="직사각형 5"/>
          <p:cNvSpPr/>
          <p:nvPr userDrawn="1"/>
        </p:nvSpPr>
        <p:spPr>
          <a:xfrm>
            <a:off x="1350256" y="0"/>
            <a:ext cx="1926000" cy="1595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811"/>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8" name="부제목 2"/>
          <p:cNvSpPr>
            <a:spLocks noGrp="1"/>
          </p:cNvSpPr>
          <p:nvPr>
            <p:ph type="subTitle" idx="1" hasCustomPrompt="1"/>
          </p:nvPr>
        </p:nvSpPr>
        <p:spPr>
          <a:xfrm>
            <a:off x="1242244" y="5065766"/>
            <a:ext cx="2594426" cy="397930"/>
          </a:xfrm>
          <a:prstGeom prst="rect">
            <a:avLst/>
          </a:prstGeom>
        </p:spPr>
        <p:txBody>
          <a:bodyPr/>
          <a:lstStyle>
            <a:lvl1pPr marL="0" indent="0" algn="l">
              <a:buNone/>
              <a:defRPr sz="1800">
                <a:solidFill>
                  <a:schemeClr val="bg1"/>
                </a:solidFill>
                <a:latin typeface="다키 L" pitchFamily="2" charset="-127"/>
                <a:ea typeface="다키 L" pitchFamily="2" charset="-12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dirty="0" smtClean="0"/>
              <a:t>00 </a:t>
            </a:r>
            <a:r>
              <a:rPr lang="ko-KR" altLang="en-US" dirty="0" smtClean="0"/>
              <a:t>팀</a:t>
            </a:r>
            <a:endParaRPr lang="ko-KR" altLang="en-US" dirty="0"/>
          </a:p>
        </p:txBody>
      </p:sp>
      <p:sp>
        <p:nvSpPr>
          <p:cNvPr id="9" name="텍스트 개체 틀 17"/>
          <p:cNvSpPr>
            <a:spLocks noGrp="1"/>
          </p:cNvSpPr>
          <p:nvPr>
            <p:ph type="body" sz="quarter" idx="11" hasCustomPrompt="1"/>
          </p:nvPr>
        </p:nvSpPr>
        <p:spPr>
          <a:xfrm>
            <a:off x="1242244" y="5503537"/>
            <a:ext cx="2592288" cy="397152"/>
          </a:xfrm>
          <a:prstGeom prst="rect">
            <a:avLst/>
          </a:prstGeom>
        </p:spPr>
        <p:txBody>
          <a:bodyPr anchor="ctr"/>
          <a:lstStyle>
            <a:lvl1pPr marL="0" indent="0">
              <a:buNone/>
              <a:defRPr sz="1800">
                <a:solidFill>
                  <a:schemeClr val="bg1"/>
                </a:solidFill>
                <a:latin typeface="다키 L" pitchFamily="2" charset="-127"/>
                <a:ea typeface="다키 L" pitchFamily="2" charset="-127"/>
              </a:defRPr>
            </a:lvl1pPr>
          </a:lstStyle>
          <a:p>
            <a:r>
              <a:rPr lang="ko-KR" altLang="en-US" dirty="0" smtClean="0"/>
              <a:t>담당자 </a:t>
            </a:r>
            <a:r>
              <a:rPr lang="en-US" altLang="ko-KR" dirty="0" smtClean="0"/>
              <a:t>: </a:t>
            </a:r>
            <a:r>
              <a:rPr lang="ko-KR" altLang="en-US" dirty="0" smtClean="0"/>
              <a:t>홍길동</a:t>
            </a:r>
            <a:endParaRPr lang="en-US" altLang="ko-KR" dirty="0" smtClean="0"/>
          </a:p>
        </p:txBody>
      </p:sp>
      <p:sp>
        <p:nvSpPr>
          <p:cNvPr id="10" name="텍스트 개체 틀 19"/>
          <p:cNvSpPr>
            <a:spLocks noGrp="1"/>
          </p:cNvSpPr>
          <p:nvPr>
            <p:ph type="body" sz="quarter" idx="12" hasCustomPrompt="1"/>
          </p:nvPr>
        </p:nvSpPr>
        <p:spPr>
          <a:xfrm>
            <a:off x="1242779" y="5940871"/>
            <a:ext cx="2593899" cy="398413"/>
          </a:xfrm>
          <a:prstGeom prst="rect">
            <a:avLst/>
          </a:prstGeom>
        </p:spPr>
        <p:txBody>
          <a:bodyPr/>
          <a:lstStyle>
            <a:lvl1pPr marL="0" indent="0">
              <a:buNone/>
              <a:defRPr sz="1800">
                <a:solidFill>
                  <a:schemeClr val="bg1"/>
                </a:solidFill>
                <a:latin typeface="다키 L" pitchFamily="2" charset="-127"/>
                <a:ea typeface="다키 L" pitchFamily="2" charset="-127"/>
              </a:defRPr>
            </a:lvl1pPr>
          </a:lstStyle>
          <a:p>
            <a:r>
              <a:rPr lang="ko-KR" altLang="en-US" dirty="0" smtClean="0"/>
              <a:t>연락처 </a:t>
            </a:r>
            <a:r>
              <a:rPr lang="en-US" altLang="ko-KR" dirty="0" smtClean="0"/>
              <a:t>: 070 0000 0000</a:t>
            </a:r>
          </a:p>
        </p:txBody>
      </p:sp>
    </p:spTree>
    <p:extLst>
      <p:ext uri="{BB962C8B-B14F-4D97-AF65-F5344CB8AC3E}">
        <p14:creationId xmlns:p14="http://schemas.microsoft.com/office/powerpoint/2010/main" val="3685864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736564" y="504084"/>
            <a:ext cx="3448900" cy="1764295"/>
          </a:xfrm>
        </p:spPr>
        <p:txBody>
          <a:bodyPr anchor="b"/>
          <a:lstStyle>
            <a:lvl1pPr>
              <a:defRPr sz="3528"/>
            </a:lvl1pPr>
          </a:lstStyle>
          <a:p>
            <a:r>
              <a:rPr lang="ko-KR" altLang="en-US" smtClean="0"/>
              <a:t>마스터 제목 스타일 편집</a:t>
            </a:r>
            <a:endParaRPr lang="en-US" dirty="0"/>
          </a:p>
        </p:txBody>
      </p:sp>
      <p:sp>
        <p:nvSpPr>
          <p:cNvPr id="3" name="Content Placeholder 2"/>
          <p:cNvSpPr>
            <a:spLocks noGrp="1"/>
          </p:cNvSpPr>
          <p:nvPr>
            <p:ph idx="1"/>
          </p:nvPr>
        </p:nvSpPr>
        <p:spPr>
          <a:xfrm>
            <a:off x="4546088" y="1088683"/>
            <a:ext cx="5413534" cy="5373398"/>
          </a:xfrm>
        </p:spPr>
        <p:txBody>
          <a:bodyPr/>
          <a:lstStyle>
            <a:lvl1pPr>
              <a:defRPr sz="3528"/>
            </a:lvl1pPr>
            <a:lvl2pPr>
              <a:defRPr sz="3087"/>
            </a:lvl2pPr>
            <a:lvl3pPr>
              <a:defRPr sz="2646"/>
            </a:lvl3pPr>
            <a:lvl4pPr>
              <a:defRPr sz="2205"/>
            </a:lvl4pPr>
            <a:lvl5pPr>
              <a:defRPr sz="2205"/>
            </a:lvl5pPr>
            <a:lvl6pPr>
              <a:defRPr sz="2205"/>
            </a:lvl6pPr>
            <a:lvl7pPr>
              <a:defRPr sz="2205"/>
            </a:lvl7pPr>
            <a:lvl8pPr>
              <a:defRPr sz="2205"/>
            </a:lvl8pPr>
            <a:lvl9pPr>
              <a:defRPr sz="2205"/>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en-US" dirty="0"/>
          </a:p>
        </p:txBody>
      </p:sp>
      <p:sp>
        <p:nvSpPr>
          <p:cNvPr id="4" name="Text Placeholder 3"/>
          <p:cNvSpPr>
            <a:spLocks noGrp="1"/>
          </p:cNvSpPr>
          <p:nvPr>
            <p:ph type="body" sz="half" idx="2"/>
          </p:nvPr>
        </p:nvSpPr>
        <p:spPr>
          <a:xfrm>
            <a:off x="736564" y="2268379"/>
            <a:ext cx="3448900" cy="4202453"/>
          </a:xfrm>
        </p:spPr>
        <p:txBody>
          <a:bodyPr/>
          <a:lstStyle>
            <a:lvl1pPr marL="0" indent="0">
              <a:buNone/>
              <a:defRPr sz="1764"/>
            </a:lvl1pPr>
            <a:lvl2pPr marL="504063" indent="0">
              <a:buNone/>
              <a:defRPr sz="1544"/>
            </a:lvl2pPr>
            <a:lvl3pPr marL="1008126" indent="0">
              <a:buNone/>
              <a:defRPr sz="1323"/>
            </a:lvl3pPr>
            <a:lvl4pPr marL="1512189" indent="0">
              <a:buNone/>
              <a:defRPr sz="1103"/>
            </a:lvl4pPr>
            <a:lvl5pPr marL="2016252" indent="0">
              <a:buNone/>
              <a:defRPr sz="1103"/>
            </a:lvl5pPr>
            <a:lvl6pPr marL="2520315" indent="0">
              <a:buNone/>
              <a:defRPr sz="1103"/>
            </a:lvl6pPr>
            <a:lvl7pPr marL="3024378" indent="0">
              <a:buNone/>
              <a:defRPr sz="1103"/>
            </a:lvl7pPr>
            <a:lvl8pPr marL="3528441" indent="0">
              <a:buNone/>
              <a:defRPr sz="1103"/>
            </a:lvl8pPr>
            <a:lvl9pPr marL="4032504" indent="0">
              <a:buNone/>
              <a:defRPr sz="1103"/>
            </a:lvl9pPr>
          </a:lstStyle>
          <a:p>
            <a:pPr lvl="0"/>
            <a:r>
              <a:rPr lang="ko-KR" altLang="en-US" smtClean="0"/>
              <a:t>마스터 텍스트 스타일 편집</a:t>
            </a:r>
          </a:p>
        </p:txBody>
      </p:sp>
      <p:sp>
        <p:nvSpPr>
          <p:cNvPr id="5" name="Date Placeholder 4"/>
          <p:cNvSpPr>
            <a:spLocks noGrp="1"/>
          </p:cNvSpPr>
          <p:nvPr>
            <p:ph type="dt" sz="half" idx="10"/>
          </p:nvPr>
        </p:nvSpPr>
        <p:spPr/>
        <p:txBody>
          <a:bodyPr/>
          <a:lstStyle/>
          <a:p>
            <a:fld id="{4D16BF97-55BE-41D7-A5BB-0D02BD7B0503}" type="datetimeFigureOut">
              <a:rPr lang="ko-KR" altLang="en-US" smtClean="0"/>
              <a:t>2026-07-08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126812A-A0EF-4881-B62C-6E922A4382FD}" type="slidenum">
              <a:rPr lang="ko-KR" altLang="en-US" smtClean="0"/>
              <a:t>‹#›</a:t>
            </a:fld>
            <a:endParaRPr lang="ko-KR" altLang="en-US"/>
          </a:p>
        </p:txBody>
      </p:sp>
    </p:spTree>
    <p:extLst>
      <p:ext uri="{BB962C8B-B14F-4D97-AF65-F5344CB8AC3E}">
        <p14:creationId xmlns:p14="http://schemas.microsoft.com/office/powerpoint/2010/main" val="4292670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제목 및 내용">
    <p:spTree>
      <p:nvGrpSpPr>
        <p:cNvPr id="1" name=""/>
        <p:cNvGrpSpPr/>
        <p:nvPr/>
      </p:nvGrpSpPr>
      <p:grpSpPr>
        <a:xfrm>
          <a:off x="0" y="0"/>
          <a:ext cx="0" cy="0"/>
          <a:chOff x="0" y="0"/>
          <a:chExt cx="0" cy="0"/>
        </a:xfrm>
      </p:grpSpPr>
      <p:sp>
        <p:nvSpPr>
          <p:cNvPr id="6" name="슬라이드 번호 개체 틀 5"/>
          <p:cNvSpPr txBox="1">
            <a:spLocks/>
          </p:cNvSpPr>
          <p:nvPr userDrawn="1"/>
        </p:nvSpPr>
        <p:spPr>
          <a:xfrm>
            <a:off x="4680165" y="7243007"/>
            <a:ext cx="1333071" cy="309885"/>
          </a:xfrm>
          <a:prstGeom prst="rect">
            <a:avLst/>
          </a:prstGeom>
        </p:spPr>
        <p:txBody>
          <a:bodyPr vert="horz" lIns="91440" tIns="45720" rIns="91440" bIns="45720" rtlCol="0" anchor="ctr"/>
          <a:lstStyle>
            <a:defPPr>
              <a:defRPr lang="ko-KR"/>
            </a:defPPr>
            <a:lvl1pPr marL="0" algn="ctr" defTabSz="914400" rtl="0" eaLnBrk="1" latinLnBrk="1" hangingPunct="1">
              <a:defRPr sz="1200" kern="1200">
                <a:solidFill>
                  <a:srgbClr val="D8E2E7"/>
                </a:solidFill>
                <a:latin typeface="다키 M" pitchFamily="2" charset="-127"/>
                <a:ea typeface="다키 M" pitchFamily="2" charset="-127"/>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4A1A8922-F2AB-460F-B06D-814BB823FF16}" type="slidenum">
              <a:rPr lang="ko-KR" altLang="en-US" smtClean="0">
                <a:solidFill>
                  <a:srgbClr val="9DA6AB"/>
                </a:solidFill>
              </a:rPr>
              <a:pPr/>
              <a:t>‹#›</a:t>
            </a:fld>
            <a:r>
              <a:rPr lang="en-US" altLang="ko-KR" dirty="0">
                <a:solidFill>
                  <a:srgbClr val="9DA6AB"/>
                </a:solidFill>
              </a:rPr>
              <a:t>/x</a:t>
            </a:r>
            <a:endParaRPr lang="ko-KR" altLang="en-US" dirty="0">
              <a:solidFill>
                <a:srgbClr val="9DA6AB"/>
              </a:solidFill>
            </a:endParaRPr>
          </a:p>
        </p:txBody>
      </p:sp>
      <p:sp>
        <p:nvSpPr>
          <p:cNvPr id="7" name="내용 개체 틀 2"/>
          <p:cNvSpPr>
            <a:spLocks noGrp="1"/>
          </p:cNvSpPr>
          <p:nvPr>
            <p:ph idx="13"/>
          </p:nvPr>
        </p:nvSpPr>
        <p:spPr>
          <a:xfrm>
            <a:off x="306388" y="1764296"/>
            <a:ext cx="10080872" cy="5200129"/>
          </a:xfrm>
          <a:prstGeom prst="rect">
            <a:avLst/>
          </a:prstGeom>
        </p:spPr>
        <p:txBody>
          <a:bodyPr/>
          <a:lstStyle>
            <a:lvl1pPr marL="0" indent="0">
              <a:buNone/>
              <a:defRPr sz="1400">
                <a:solidFill>
                  <a:srgbClr val="323C46"/>
                </a:solidFill>
                <a:latin typeface="다키 L" pitchFamily="2" charset="-127"/>
                <a:ea typeface="다키 L" pitchFamily="2" charset="-127"/>
              </a:defRPr>
            </a:lvl1pPr>
          </a:lstStyle>
          <a:p>
            <a:pPr lvl="0"/>
            <a:endParaRPr lang="ko-KR" altLang="en-US" dirty="0"/>
          </a:p>
        </p:txBody>
      </p:sp>
      <p:sp>
        <p:nvSpPr>
          <p:cNvPr id="8" name="직사각형 7"/>
          <p:cNvSpPr/>
          <p:nvPr userDrawn="1"/>
        </p:nvSpPr>
        <p:spPr>
          <a:xfrm>
            <a:off x="0" y="250567"/>
            <a:ext cx="180000" cy="955138"/>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p:cNvSpPr/>
          <p:nvPr userDrawn="1"/>
        </p:nvSpPr>
        <p:spPr>
          <a:xfrm>
            <a:off x="10627226" y="250567"/>
            <a:ext cx="66175" cy="397974"/>
          </a:xfrm>
          <a:prstGeom prst="rect">
            <a:avLst/>
          </a:prstGeom>
          <a:solidFill>
            <a:srgbClr val="9DA6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텍스트 개체 틀 15"/>
          <p:cNvSpPr>
            <a:spLocks noGrp="1"/>
          </p:cNvSpPr>
          <p:nvPr>
            <p:ph type="body" sz="quarter" idx="10" hasCustomPrompt="1"/>
          </p:nvPr>
        </p:nvSpPr>
        <p:spPr>
          <a:xfrm>
            <a:off x="8343899" y="250567"/>
            <a:ext cx="2268537" cy="397974"/>
          </a:xfrm>
          <a:prstGeom prst="rect">
            <a:avLst/>
          </a:prstGeom>
        </p:spPr>
        <p:txBody>
          <a:bodyPr/>
          <a:lstStyle>
            <a:lvl1pPr marL="0" indent="0">
              <a:buNone/>
              <a:defRPr sz="2400">
                <a:solidFill>
                  <a:srgbClr val="9DA6AB"/>
                </a:solidFill>
                <a:latin typeface="다키 L" pitchFamily="2" charset="-127"/>
                <a:ea typeface="다키 L" pitchFamily="2" charset="-127"/>
              </a:defRPr>
            </a:lvl1pPr>
          </a:lstStyle>
          <a:p>
            <a:pPr algn="r"/>
            <a:r>
              <a:rPr lang="en-US" altLang="ko-KR" sz="1600" dirty="0">
                <a:solidFill>
                  <a:srgbClr val="9DA6AB"/>
                </a:solidFill>
              </a:rPr>
              <a:t>Large</a:t>
            </a:r>
            <a:r>
              <a:rPr lang="en-US" altLang="ko-KR" sz="1600" baseline="0" dirty="0">
                <a:solidFill>
                  <a:srgbClr val="9DA6AB"/>
                </a:solidFill>
              </a:rPr>
              <a:t> title </a:t>
            </a:r>
            <a:r>
              <a:rPr lang="ko-KR" altLang="en-US" sz="1600" dirty="0">
                <a:solidFill>
                  <a:srgbClr val="9DA6AB"/>
                </a:solidFill>
              </a:rPr>
              <a:t>입력</a:t>
            </a:r>
          </a:p>
        </p:txBody>
      </p:sp>
      <p:sp>
        <p:nvSpPr>
          <p:cNvPr id="11" name="텍스트 개체 틀 17"/>
          <p:cNvSpPr>
            <a:spLocks noGrp="1"/>
          </p:cNvSpPr>
          <p:nvPr>
            <p:ph type="body" sz="quarter" idx="11" hasCustomPrompt="1"/>
          </p:nvPr>
        </p:nvSpPr>
        <p:spPr>
          <a:xfrm>
            <a:off x="234132" y="238662"/>
            <a:ext cx="7956884" cy="636979"/>
          </a:xfrm>
          <a:prstGeom prst="rect">
            <a:avLst/>
          </a:prstGeom>
        </p:spPr>
        <p:txBody>
          <a:bodyPr/>
          <a:lstStyle>
            <a:lvl1pPr marL="0" indent="0">
              <a:buNone/>
              <a:defRPr sz="3200">
                <a:solidFill>
                  <a:srgbClr val="2482C8"/>
                </a:solidFill>
                <a:latin typeface="다키 L" pitchFamily="2" charset="-127"/>
                <a:ea typeface="다키 L" pitchFamily="2" charset="-127"/>
              </a:defRPr>
            </a:lvl1pPr>
          </a:lstStyle>
          <a:p>
            <a:r>
              <a:rPr lang="ko-KR" altLang="en-US" dirty="0"/>
              <a:t>타이틀을 입력하세요</a:t>
            </a:r>
          </a:p>
        </p:txBody>
      </p:sp>
      <p:sp>
        <p:nvSpPr>
          <p:cNvPr id="12" name="텍스트 개체 틀 19"/>
          <p:cNvSpPr>
            <a:spLocks noGrp="1"/>
          </p:cNvSpPr>
          <p:nvPr>
            <p:ph type="body" sz="quarter" idx="12" hasCustomPrompt="1"/>
          </p:nvPr>
        </p:nvSpPr>
        <p:spPr>
          <a:xfrm>
            <a:off x="234132" y="835733"/>
            <a:ext cx="7956884" cy="640642"/>
          </a:xfrm>
          <a:prstGeom prst="rect">
            <a:avLst/>
          </a:prstGeom>
        </p:spPr>
        <p:txBody>
          <a:bodyPr/>
          <a:lstStyle>
            <a:lvl1pPr marL="0" indent="0">
              <a:buNone/>
              <a:defRPr sz="2400">
                <a:latin typeface="다키 L" pitchFamily="2" charset="-127"/>
                <a:ea typeface="다키 L" pitchFamily="2" charset="-127"/>
              </a:defRPr>
            </a:lvl1pPr>
          </a:lstStyle>
          <a:p>
            <a:r>
              <a:rPr lang="en-US" altLang="ko-KR" sz="1600" dirty="0">
                <a:solidFill>
                  <a:srgbClr val="50646E"/>
                </a:solidFill>
              </a:rPr>
              <a:t>summary</a:t>
            </a:r>
            <a:r>
              <a:rPr lang="ko-KR" altLang="en-US" sz="1600" dirty="0">
                <a:solidFill>
                  <a:srgbClr val="50646E"/>
                </a:solidFill>
              </a:rPr>
              <a:t>를 입력하세요</a:t>
            </a:r>
            <a:r>
              <a:rPr lang="en-US" altLang="ko-KR" sz="1600" dirty="0">
                <a:solidFill>
                  <a:srgbClr val="50646E"/>
                </a:solidFill>
              </a:rPr>
              <a:t>.</a:t>
            </a:r>
          </a:p>
          <a:p>
            <a:r>
              <a:rPr lang="ko-KR" altLang="en-US" sz="1600" dirty="0">
                <a:solidFill>
                  <a:srgbClr val="50646E"/>
                </a:solidFill>
              </a:rPr>
              <a:t>최대 </a:t>
            </a:r>
            <a:r>
              <a:rPr lang="ko-KR" altLang="en-US" sz="1600" dirty="0" err="1">
                <a:solidFill>
                  <a:srgbClr val="50646E"/>
                </a:solidFill>
              </a:rPr>
              <a:t>두줄까지</a:t>
            </a:r>
            <a:r>
              <a:rPr lang="ko-KR" altLang="en-US" sz="1600" dirty="0">
                <a:solidFill>
                  <a:srgbClr val="50646E"/>
                </a:solidFill>
              </a:rPr>
              <a:t> 입력이 가능합니다</a:t>
            </a:r>
            <a:r>
              <a:rPr lang="en-US" altLang="ko-KR" sz="1600" dirty="0">
                <a:solidFill>
                  <a:srgbClr val="50646E"/>
                </a:solidFill>
              </a:rPr>
              <a:t>.</a:t>
            </a:r>
            <a:endParaRPr lang="ko-KR" altLang="en-US" sz="1600" dirty="0">
              <a:solidFill>
                <a:srgbClr val="50646E"/>
              </a:solidFill>
            </a:endParaRPr>
          </a:p>
        </p:txBody>
      </p:sp>
      <p:pic>
        <p:nvPicPr>
          <p:cNvPr id="13"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9475200" y="7315201"/>
            <a:ext cx="911543" cy="115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428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제목 슬라이드">
    <p:bg>
      <p:bgPr>
        <a:solidFill>
          <a:schemeClr val="bg1"/>
        </a:solidFill>
        <a:effectLst/>
      </p:bgPr>
    </p:bg>
    <p:spTree>
      <p:nvGrpSpPr>
        <p:cNvPr id="1" name=""/>
        <p:cNvGrpSpPr/>
        <p:nvPr/>
      </p:nvGrpSpPr>
      <p:grpSpPr>
        <a:xfrm>
          <a:off x="0" y="0"/>
          <a:ext cx="0" cy="0"/>
          <a:chOff x="0" y="0"/>
          <a:chExt cx="0" cy="0"/>
        </a:xfrm>
      </p:grpSpPr>
      <p:sp>
        <p:nvSpPr>
          <p:cNvPr id="2" name="제목 1"/>
          <p:cNvSpPr>
            <a:spLocks noGrp="1"/>
          </p:cNvSpPr>
          <p:nvPr>
            <p:ph type="ctrTitle" hasCustomPrompt="1"/>
          </p:nvPr>
        </p:nvSpPr>
        <p:spPr>
          <a:xfrm>
            <a:off x="1206241" y="2109140"/>
            <a:ext cx="7992889" cy="874575"/>
          </a:xfrm>
          <a:prstGeom prst="rect">
            <a:avLst/>
          </a:prstGeom>
        </p:spPr>
        <p:txBody>
          <a:bodyPr/>
          <a:lstStyle>
            <a:lvl1pPr marL="0" indent="0" algn="l">
              <a:buFont typeface="Arial" panose="020B0604020202020204" pitchFamily="34" charset="0"/>
              <a:buNone/>
              <a:defRPr sz="5000">
                <a:solidFill>
                  <a:srgbClr val="2482C8"/>
                </a:solidFill>
                <a:latin typeface="다키 M Title" pitchFamily="2" charset="-127"/>
                <a:ea typeface="다키 M Title" pitchFamily="2" charset="-127"/>
              </a:defRPr>
            </a:lvl1pPr>
          </a:lstStyle>
          <a:p>
            <a:r>
              <a:rPr lang="ko-KR" altLang="en-US" dirty="0" smtClean="0"/>
              <a:t>표지 부제목 입력</a:t>
            </a:r>
            <a:endParaRPr lang="ko-KR" altLang="en-US" dirty="0"/>
          </a:p>
        </p:txBody>
      </p:sp>
      <p:sp>
        <p:nvSpPr>
          <p:cNvPr id="3" name="부제목 2"/>
          <p:cNvSpPr>
            <a:spLocks noGrp="1"/>
          </p:cNvSpPr>
          <p:nvPr>
            <p:ph type="subTitle" idx="1" hasCustomPrompt="1"/>
          </p:nvPr>
        </p:nvSpPr>
        <p:spPr>
          <a:xfrm>
            <a:off x="1314252" y="5131746"/>
            <a:ext cx="2594426" cy="397930"/>
          </a:xfrm>
          <a:prstGeom prst="rect">
            <a:avLst/>
          </a:prstGeom>
        </p:spPr>
        <p:txBody>
          <a:bodyPr/>
          <a:lstStyle>
            <a:lvl1pPr marL="0" indent="0" algn="l">
              <a:buFont typeface="Arial" panose="020B0604020202020204" pitchFamily="34" charset="0"/>
              <a:buNone/>
              <a:defRPr sz="1800">
                <a:solidFill>
                  <a:srgbClr val="9DA6AB"/>
                </a:solidFill>
                <a:latin typeface="다키 B" pitchFamily="2" charset="-127"/>
                <a:ea typeface="다키 B" pitchFamily="2" charset="-12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dirty="0" smtClean="0"/>
              <a:t>00 </a:t>
            </a:r>
            <a:r>
              <a:rPr lang="ko-KR" altLang="en-US" dirty="0" smtClean="0"/>
              <a:t>팀</a:t>
            </a:r>
            <a:endParaRPr lang="ko-KR" altLang="en-US" dirty="0"/>
          </a:p>
        </p:txBody>
      </p:sp>
      <p:sp>
        <p:nvSpPr>
          <p:cNvPr id="8" name="직사각형 7"/>
          <p:cNvSpPr/>
          <p:nvPr userDrawn="1"/>
        </p:nvSpPr>
        <p:spPr>
          <a:xfrm>
            <a:off x="1350256" y="0"/>
            <a:ext cx="1926000" cy="1595699"/>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ko-KR" altLang="en-US"/>
          </a:p>
        </p:txBody>
      </p:sp>
      <p:cxnSp>
        <p:nvCxnSpPr>
          <p:cNvPr id="13" name="직선 연결선 12"/>
          <p:cNvCxnSpPr/>
          <p:nvPr userDrawn="1"/>
        </p:nvCxnSpPr>
        <p:spPr>
          <a:xfrm>
            <a:off x="1314252" y="4932759"/>
            <a:ext cx="2592288" cy="0"/>
          </a:xfrm>
          <a:prstGeom prst="line">
            <a:avLst/>
          </a:prstGeom>
          <a:ln>
            <a:solidFill>
              <a:srgbClr val="9DA6AB"/>
            </a:solidFill>
          </a:ln>
        </p:spPr>
        <p:style>
          <a:lnRef idx="1">
            <a:schemeClr val="accent1"/>
          </a:lnRef>
          <a:fillRef idx="0">
            <a:schemeClr val="accent1"/>
          </a:fillRef>
          <a:effectRef idx="0">
            <a:schemeClr val="accent1"/>
          </a:effectRef>
          <a:fontRef idx="minor">
            <a:schemeClr val="tx1"/>
          </a:fontRef>
        </p:style>
      </p:cxnSp>
      <p:cxnSp>
        <p:nvCxnSpPr>
          <p:cNvPr id="14" name="직선 연결선 13"/>
          <p:cNvCxnSpPr/>
          <p:nvPr userDrawn="1"/>
        </p:nvCxnSpPr>
        <p:spPr>
          <a:xfrm>
            <a:off x="1314252" y="6587727"/>
            <a:ext cx="2592288" cy="0"/>
          </a:xfrm>
          <a:prstGeom prst="line">
            <a:avLst/>
          </a:prstGeom>
          <a:ln>
            <a:solidFill>
              <a:srgbClr val="9DA6AB"/>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811"/>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16" name="텍스트 개체 틀 15"/>
          <p:cNvSpPr>
            <a:spLocks noGrp="1"/>
          </p:cNvSpPr>
          <p:nvPr>
            <p:ph type="body" sz="quarter" idx="10" hasCustomPrompt="1"/>
          </p:nvPr>
        </p:nvSpPr>
        <p:spPr>
          <a:xfrm>
            <a:off x="1206501" y="3064278"/>
            <a:ext cx="7993063" cy="1152878"/>
          </a:xfrm>
          <a:prstGeom prst="rect">
            <a:avLst/>
          </a:prstGeom>
        </p:spPr>
        <p:txBody>
          <a:bodyPr/>
          <a:lstStyle>
            <a:lvl1pPr marL="0" indent="0" algn="l">
              <a:buNone/>
              <a:defRPr sz="2400">
                <a:solidFill>
                  <a:srgbClr val="323C46"/>
                </a:solidFill>
                <a:latin typeface="다키 M Title" pitchFamily="2" charset="-127"/>
                <a:ea typeface="다키 M Title" pitchFamily="2" charset="-127"/>
              </a:defRPr>
            </a:lvl1pPr>
          </a:lstStyle>
          <a:p>
            <a:pPr algn="l"/>
            <a:r>
              <a:rPr lang="ko-KR" altLang="en-US" sz="6000" dirty="0" smtClean="0">
                <a:solidFill>
                  <a:srgbClr val="323C46"/>
                </a:solidFill>
              </a:rPr>
              <a:t>타이틀을 입력해주세요</a:t>
            </a:r>
            <a:endParaRPr lang="ko-KR" altLang="en-US" sz="6000" dirty="0">
              <a:solidFill>
                <a:srgbClr val="323C46"/>
              </a:solidFill>
            </a:endParaRPr>
          </a:p>
        </p:txBody>
      </p:sp>
      <p:sp>
        <p:nvSpPr>
          <p:cNvPr id="18" name="텍스트 개체 틀 17"/>
          <p:cNvSpPr>
            <a:spLocks noGrp="1"/>
          </p:cNvSpPr>
          <p:nvPr>
            <p:ph type="body" sz="quarter" idx="11" hasCustomPrompt="1"/>
          </p:nvPr>
        </p:nvSpPr>
        <p:spPr>
          <a:xfrm>
            <a:off x="1314252" y="5569517"/>
            <a:ext cx="2592288" cy="397152"/>
          </a:xfrm>
          <a:prstGeom prst="rect">
            <a:avLst/>
          </a:prstGeom>
        </p:spPr>
        <p:txBody>
          <a:bodyPr anchor="ctr"/>
          <a:lstStyle>
            <a:lvl1pPr marL="0" indent="0">
              <a:buNone/>
              <a:defRPr sz="1800">
                <a:solidFill>
                  <a:srgbClr val="9DA6AB"/>
                </a:solidFill>
              </a:defRPr>
            </a:lvl1pPr>
          </a:lstStyle>
          <a:p>
            <a:r>
              <a:rPr lang="ko-KR" altLang="en-US" dirty="0" smtClean="0"/>
              <a:t>홍길동</a:t>
            </a:r>
            <a:endParaRPr lang="en-US" altLang="ko-KR" dirty="0" smtClean="0"/>
          </a:p>
        </p:txBody>
      </p:sp>
      <p:sp>
        <p:nvSpPr>
          <p:cNvPr id="20" name="텍스트 개체 틀 19"/>
          <p:cNvSpPr>
            <a:spLocks noGrp="1"/>
          </p:cNvSpPr>
          <p:nvPr>
            <p:ph type="body" sz="quarter" idx="12" hasCustomPrompt="1"/>
          </p:nvPr>
        </p:nvSpPr>
        <p:spPr>
          <a:xfrm>
            <a:off x="1314787" y="6006851"/>
            <a:ext cx="2593899" cy="398413"/>
          </a:xfrm>
          <a:prstGeom prst="rect">
            <a:avLst/>
          </a:prstGeom>
        </p:spPr>
        <p:txBody>
          <a:bodyPr/>
          <a:lstStyle>
            <a:lvl1pPr marL="0" indent="0">
              <a:buNone/>
              <a:defRPr sz="1800">
                <a:solidFill>
                  <a:srgbClr val="9DA6AB"/>
                </a:solidFill>
              </a:defRPr>
            </a:lvl1pPr>
          </a:lstStyle>
          <a:p>
            <a:r>
              <a:rPr lang="en-US" altLang="ko-KR" dirty="0" smtClean="0"/>
              <a:t>2022.00.00</a:t>
            </a:r>
          </a:p>
        </p:txBody>
      </p:sp>
    </p:spTree>
    <p:extLst>
      <p:ext uri="{BB962C8B-B14F-4D97-AF65-F5344CB8AC3E}">
        <p14:creationId xmlns:p14="http://schemas.microsoft.com/office/powerpoint/2010/main" val="561487131"/>
      </p:ext>
    </p:extLst>
  </p:cSld>
  <p:clrMapOvr>
    <a:masterClrMapping/>
  </p:clrMapOvr>
  <p:timing>
    <p:tnLst>
      <p:par>
        <p:cTn id="1" dur="indefinite" restart="never" nodeType="tmRoot"/>
      </p:par>
    </p:tnLst>
  </p:timing>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제목 슬라이드">
    <p:bg>
      <p:bgPr>
        <a:solidFill>
          <a:srgbClr val="2482C8"/>
        </a:solidFill>
        <a:effectLst/>
      </p:bgPr>
    </p:bg>
    <p:spTree>
      <p:nvGrpSpPr>
        <p:cNvPr id="1" name=""/>
        <p:cNvGrpSpPr/>
        <p:nvPr/>
      </p:nvGrpSpPr>
      <p:grpSpPr>
        <a:xfrm>
          <a:off x="0" y="0"/>
          <a:ext cx="0" cy="0"/>
          <a:chOff x="0" y="0"/>
          <a:chExt cx="0" cy="0"/>
        </a:xfrm>
      </p:grpSpPr>
      <p:sp>
        <p:nvSpPr>
          <p:cNvPr id="2" name="제목 1"/>
          <p:cNvSpPr>
            <a:spLocks noGrp="1"/>
          </p:cNvSpPr>
          <p:nvPr>
            <p:ph type="ctrTitle" hasCustomPrompt="1"/>
          </p:nvPr>
        </p:nvSpPr>
        <p:spPr>
          <a:xfrm>
            <a:off x="1206241" y="2109140"/>
            <a:ext cx="7992889" cy="874575"/>
          </a:xfrm>
          <a:prstGeom prst="rect">
            <a:avLst/>
          </a:prstGeom>
        </p:spPr>
        <p:txBody>
          <a:bodyPr/>
          <a:lstStyle>
            <a:lvl1pPr marL="0" indent="0" algn="l">
              <a:buFont typeface="Arial" panose="020B0604020202020204" pitchFamily="34" charset="0"/>
              <a:buNone/>
              <a:defRPr sz="5000">
                <a:solidFill>
                  <a:srgbClr val="323C46"/>
                </a:solidFill>
                <a:latin typeface="다키 M Title" pitchFamily="2" charset="-127"/>
                <a:ea typeface="다키 M Title" pitchFamily="2" charset="-127"/>
              </a:defRPr>
            </a:lvl1pPr>
          </a:lstStyle>
          <a:p>
            <a:r>
              <a:rPr lang="ko-KR" altLang="en-US" dirty="0" smtClean="0"/>
              <a:t>표지 부제목 입력</a:t>
            </a:r>
            <a:endParaRPr lang="ko-KR" altLang="en-US" dirty="0"/>
          </a:p>
        </p:txBody>
      </p:sp>
      <p:sp>
        <p:nvSpPr>
          <p:cNvPr id="3" name="부제목 2"/>
          <p:cNvSpPr>
            <a:spLocks noGrp="1"/>
          </p:cNvSpPr>
          <p:nvPr>
            <p:ph type="subTitle" idx="1" hasCustomPrompt="1"/>
          </p:nvPr>
        </p:nvSpPr>
        <p:spPr>
          <a:xfrm>
            <a:off x="1314252" y="5132962"/>
            <a:ext cx="2594426" cy="397930"/>
          </a:xfrm>
          <a:prstGeom prst="rect">
            <a:avLst/>
          </a:prstGeom>
        </p:spPr>
        <p:txBody>
          <a:bodyPr/>
          <a:lstStyle>
            <a:lvl1pPr marL="0" indent="0" algn="l">
              <a:buFont typeface="Arial" panose="020B0604020202020204" pitchFamily="34" charset="0"/>
              <a:buNone/>
              <a:defRPr sz="1800">
                <a:solidFill>
                  <a:srgbClr val="D8E2E7"/>
                </a:solidFill>
                <a:latin typeface="다키 B" pitchFamily="2" charset="-127"/>
                <a:ea typeface="다키 B" pitchFamily="2" charset="-12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dirty="0" smtClean="0"/>
              <a:t>00 </a:t>
            </a:r>
            <a:r>
              <a:rPr lang="ko-KR" altLang="en-US" dirty="0" smtClean="0"/>
              <a:t>팀</a:t>
            </a:r>
            <a:endParaRPr lang="ko-KR" altLang="en-US" dirty="0"/>
          </a:p>
        </p:txBody>
      </p:sp>
      <p:sp>
        <p:nvSpPr>
          <p:cNvPr id="8" name="직사각형 7"/>
          <p:cNvSpPr/>
          <p:nvPr userDrawn="1"/>
        </p:nvSpPr>
        <p:spPr>
          <a:xfrm>
            <a:off x="1350256" y="0"/>
            <a:ext cx="1926000" cy="1595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ko-KR" altLang="en-US"/>
          </a:p>
        </p:txBody>
      </p:sp>
      <p:cxnSp>
        <p:nvCxnSpPr>
          <p:cNvPr id="13" name="직선 연결선 12"/>
          <p:cNvCxnSpPr/>
          <p:nvPr userDrawn="1"/>
        </p:nvCxnSpPr>
        <p:spPr>
          <a:xfrm>
            <a:off x="1314252" y="4933975"/>
            <a:ext cx="2592288" cy="0"/>
          </a:xfrm>
          <a:prstGeom prst="line">
            <a:avLst/>
          </a:prstGeom>
          <a:ln>
            <a:solidFill>
              <a:srgbClr val="D8E2E7"/>
            </a:solidFill>
          </a:ln>
        </p:spPr>
        <p:style>
          <a:lnRef idx="1">
            <a:schemeClr val="accent1"/>
          </a:lnRef>
          <a:fillRef idx="0">
            <a:schemeClr val="accent1"/>
          </a:fillRef>
          <a:effectRef idx="0">
            <a:schemeClr val="accent1"/>
          </a:effectRef>
          <a:fontRef idx="minor">
            <a:schemeClr val="tx1"/>
          </a:fontRef>
        </p:style>
      </p:cxnSp>
      <p:cxnSp>
        <p:nvCxnSpPr>
          <p:cNvPr id="14" name="직선 연결선 13"/>
          <p:cNvCxnSpPr/>
          <p:nvPr userDrawn="1"/>
        </p:nvCxnSpPr>
        <p:spPr>
          <a:xfrm>
            <a:off x="1314252" y="6588943"/>
            <a:ext cx="2592288" cy="0"/>
          </a:xfrm>
          <a:prstGeom prst="line">
            <a:avLst/>
          </a:prstGeom>
          <a:ln>
            <a:solidFill>
              <a:srgbClr val="D8E2E7"/>
            </a:solidFill>
          </a:ln>
        </p:spPr>
        <p:style>
          <a:lnRef idx="1">
            <a:schemeClr val="accent1"/>
          </a:lnRef>
          <a:fillRef idx="0">
            <a:schemeClr val="accent1"/>
          </a:fillRef>
          <a:effectRef idx="0">
            <a:schemeClr val="accent1"/>
          </a:effectRef>
          <a:fontRef idx="minor">
            <a:schemeClr val="tx1"/>
          </a:fontRef>
        </p:style>
      </p:cxnSp>
      <p:sp>
        <p:nvSpPr>
          <p:cNvPr id="18" name="텍스트 개체 틀 17"/>
          <p:cNvSpPr>
            <a:spLocks noGrp="1"/>
          </p:cNvSpPr>
          <p:nvPr>
            <p:ph type="body" sz="quarter" idx="11" hasCustomPrompt="1"/>
          </p:nvPr>
        </p:nvSpPr>
        <p:spPr>
          <a:xfrm>
            <a:off x="1314252" y="5570733"/>
            <a:ext cx="2592288" cy="397152"/>
          </a:xfrm>
          <a:prstGeom prst="rect">
            <a:avLst/>
          </a:prstGeom>
        </p:spPr>
        <p:txBody>
          <a:bodyPr anchor="ctr"/>
          <a:lstStyle>
            <a:lvl1pPr marL="0" indent="0">
              <a:buNone/>
              <a:defRPr sz="1800">
                <a:solidFill>
                  <a:srgbClr val="D8E2E7"/>
                </a:solidFill>
              </a:defRPr>
            </a:lvl1pPr>
          </a:lstStyle>
          <a:p>
            <a:r>
              <a:rPr lang="ko-KR" altLang="en-US" dirty="0" smtClean="0"/>
              <a:t>홍길동</a:t>
            </a:r>
            <a:endParaRPr lang="en-US" altLang="ko-KR" dirty="0" smtClean="0"/>
          </a:p>
        </p:txBody>
      </p:sp>
      <p:sp>
        <p:nvSpPr>
          <p:cNvPr id="20" name="텍스트 개체 틀 19"/>
          <p:cNvSpPr>
            <a:spLocks noGrp="1"/>
          </p:cNvSpPr>
          <p:nvPr>
            <p:ph type="body" sz="quarter" idx="12" hasCustomPrompt="1"/>
          </p:nvPr>
        </p:nvSpPr>
        <p:spPr>
          <a:xfrm>
            <a:off x="1314787" y="6008067"/>
            <a:ext cx="2593899" cy="398413"/>
          </a:xfrm>
          <a:prstGeom prst="rect">
            <a:avLst/>
          </a:prstGeom>
        </p:spPr>
        <p:txBody>
          <a:bodyPr/>
          <a:lstStyle>
            <a:lvl1pPr marL="0" indent="0">
              <a:buNone/>
              <a:defRPr sz="1800">
                <a:solidFill>
                  <a:srgbClr val="D8E2E7"/>
                </a:solidFill>
              </a:defRPr>
            </a:lvl1pPr>
          </a:lstStyle>
          <a:p>
            <a:r>
              <a:rPr lang="en-US" altLang="ko-KR" dirty="0" smtClean="0"/>
              <a:t>2022.00.00</a:t>
            </a:r>
          </a:p>
        </p:txBody>
      </p:sp>
      <p:pic>
        <p:nvPicPr>
          <p:cNvPr id="6146"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811"/>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5" name="텍스트 개체 틀 4"/>
          <p:cNvSpPr>
            <a:spLocks noGrp="1"/>
          </p:cNvSpPr>
          <p:nvPr>
            <p:ph type="body" sz="quarter" idx="13" hasCustomPrompt="1"/>
          </p:nvPr>
        </p:nvSpPr>
        <p:spPr>
          <a:xfrm>
            <a:off x="1206501" y="2984848"/>
            <a:ext cx="7993063" cy="1472243"/>
          </a:xfrm>
          <a:prstGeom prst="rect">
            <a:avLst/>
          </a:prstGeom>
        </p:spPr>
        <p:txBody>
          <a:bodyPr/>
          <a:lstStyle>
            <a:lvl1pPr marL="0" indent="0">
              <a:buNone/>
              <a:defRPr sz="6000">
                <a:solidFill>
                  <a:schemeClr val="bg1"/>
                </a:solidFill>
                <a:latin typeface="다키 M Title" pitchFamily="2" charset="-127"/>
                <a:ea typeface="다키 M Title" pitchFamily="2" charset="-127"/>
              </a:defRPr>
            </a:lvl1pPr>
          </a:lstStyle>
          <a:p>
            <a:pPr lvl="0"/>
            <a:r>
              <a:rPr lang="ko-KR" altLang="en-US" smtClean="0"/>
              <a:t>타이틀을 입력해주세요</a:t>
            </a:r>
            <a:endParaRPr lang="ko-KR" altLang="en-US" dirty="0"/>
          </a:p>
        </p:txBody>
      </p:sp>
    </p:spTree>
    <p:extLst>
      <p:ext uri="{BB962C8B-B14F-4D97-AF65-F5344CB8AC3E}">
        <p14:creationId xmlns:p14="http://schemas.microsoft.com/office/powerpoint/2010/main" val="3172393961"/>
      </p:ext>
    </p:extLst>
  </p:cSld>
  <p:clrMapOvr>
    <a:masterClrMapping/>
  </p:clrMapOvr>
  <p:timing>
    <p:tnLst>
      <p:par>
        <p:cTn id="1" dur="indefinite" restart="never" nodeType="tmRoot"/>
      </p:par>
    </p:tnLst>
  </p:timing>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242244" y="1949950"/>
            <a:ext cx="3276364" cy="2785819"/>
          </a:xfrm>
          <a:prstGeom prst="rect">
            <a:avLst/>
          </a:prstGeom>
        </p:spPr>
        <p:txBody>
          <a:bodyPr/>
          <a:lstStyle>
            <a:lvl1pPr algn="l">
              <a:defRPr sz="5400">
                <a:solidFill>
                  <a:srgbClr val="2482C8"/>
                </a:solidFill>
                <a:latin typeface="다키 M Title" pitchFamily="2" charset="-127"/>
                <a:ea typeface="다키 M Title" pitchFamily="2" charset="-127"/>
              </a:defRPr>
            </a:lvl1pPr>
          </a:lstStyle>
          <a:p>
            <a:r>
              <a:rPr lang="en-US" altLang="ko-KR" dirty="0" smtClean="0"/>
              <a:t>Table </a:t>
            </a:r>
            <a:br>
              <a:rPr lang="en-US" altLang="ko-KR" dirty="0" smtClean="0"/>
            </a:br>
            <a:r>
              <a:rPr lang="en-US" altLang="ko-KR" dirty="0" smtClean="0"/>
              <a:t>of </a:t>
            </a:r>
            <a:br>
              <a:rPr lang="en-US" altLang="ko-KR" dirty="0" smtClean="0"/>
            </a:br>
            <a:r>
              <a:rPr lang="en-US" altLang="ko-KR" dirty="0" smtClean="0"/>
              <a:t>contents</a:t>
            </a:r>
            <a:endParaRPr lang="ko-KR" altLang="en-US" dirty="0"/>
          </a:p>
        </p:txBody>
      </p:sp>
      <p:sp>
        <p:nvSpPr>
          <p:cNvPr id="3" name="직사각형 2"/>
          <p:cNvSpPr/>
          <p:nvPr userDrawn="1"/>
        </p:nvSpPr>
        <p:spPr>
          <a:xfrm>
            <a:off x="1350256" y="0"/>
            <a:ext cx="1926000" cy="1595699"/>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텍스트 개체 틀 19"/>
          <p:cNvSpPr>
            <a:spLocks noGrp="1"/>
          </p:cNvSpPr>
          <p:nvPr>
            <p:ph type="body" sz="quarter" idx="10" hasCustomPrompt="1"/>
          </p:nvPr>
        </p:nvSpPr>
        <p:spPr>
          <a:xfrm>
            <a:off x="5202685" y="1612738"/>
            <a:ext cx="792088" cy="5829256"/>
          </a:xfrm>
          <a:prstGeom prst="rect">
            <a:avLst/>
          </a:prstGeom>
        </p:spPr>
        <p:txBody>
          <a:bodyPr/>
          <a:lstStyle>
            <a:lvl1pPr marL="0" indent="0">
              <a:lnSpc>
                <a:spcPct val="100000"/>
              </a:lnSpc>
              <a:buNone/>
              <a:defRPr sz="4000">
                <a:solidFill>
                  <a:srgbClr val="2482C8"/>
                </a:solidFill>
                <a:latin typeface="다키 M" pitchFamily="2" charset="-127"/>
                <a:ea typeface="다키 M" pitchFamily="2" charset="-127"/>
              </a:defRPr>
            </a:lvl1pPr>
          </a:lstStyle>
          <a:p>
            <a:pPr>
              <a:lnSpc>
                <a:spcPct val="150000"/>
              </a:lnSpc>
            </a:pPr>
            <a:r>
              <a:rPr lang="en-US" altLang="ko-KR" sz="3600" dirty="0" smtClean="0"/>
              <a:t>01</a:t>
            </a:r>
          </a:p>
          <a:p>
            <a:pPr>
              <a:lnSpc>
                <a:spcPct val="150000"/>
              </a:lnSpc>
            </a:pPr>
            <a:r>
              <a:rPr lang="en-US" altLang="ko-KR" sz="3600" dirty="0" smtClean="0"/>
              <a:t>02</a:t>
            </a:r>
          </a:p>
          <a:p>
            <a:pPr>
              <a:lnSpc>
                <a:spcPct val="150000"/>
              </a:lnSpc>
            </a:pPr>
            <a:r>
              <a:rPr lang="en-US" altLang="ko-KR" sz="3600" dirty="0" smtClean="0"/>
              <a:t>03</a:t>
            </a:r>
          </a:p>
          <a:p>
            <a:pPr>
              <a:lnSpc>
                <a:spcPct val="150000"/>
              </a:lnSpc>
            </a:pPr>
            <a:r>
              <a:rPr lang="en-US" altLang="ko-KR" sz="3600" dirty="0" smtClean="0"/>
              <a:t>04</a:t>
            </a:r>
            <a:endParaRPr lang="ko-KR" altLang="en-US" sz="4200" dirty="0"/>
          </a:p>
        </p:txBody>
      </p:sp>
      <p:sp>
        <p:nvSpPr>
          <p:cNvPr id="26" name="텍스트 개체 틀 25"/>
          <p:cNvSpPr>
            <a:spLocks noGrp="1"/>
          </p:cNvSpPr>
          <p:nvPr>
            <p:ph type="body" sz="quarter" idx="13" hasCustomPrompt="1"/>
          </p:nvPr>
        </p:nvSpPr>
        <p:spPr>
          <a:xfrm>
            <a:off x="5994773" y="2347925"/>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28" name="텍스트 개체 틀 27"/>
          <p:cNvSpPr>
            <a:spLocks noGrp="1"/>
          </p:cNvSpPr>
          <p:nvPr>
            <p:ph type="body" sz="quarter" idx="14" hasCustomPrompt="1"/>
          </p:nvPr>
        </p:nvSpPr>
        <p:spPr>
          <a:xfrm>
            <a:off x="5994773" y="1949951"/>
            <a:ext cx="4392487" cy="397974"/>
          </a:xfrm>
          <a:prstGeom prst="rect">
            <a:avLst/>
          </a:prstGeom>
        </p:spPr>
        <p:txBody>
          <a:bodyPr/>
          <a:lstStyle>
            <a:lvl1pPr marL="0" indent="0">
              <a:buNone/>
              <a:defRPr sz="2000">
                <a:latin typeface="다키 M" pitchFamily="2" charset="-127"/>
                <a:ea typeface="다키 M"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pic>
        <p:nvPicPr>
          <p:cNvPr id="36"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811"/>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21" name="텍스트 개체 틀 25"/>
          <p:cNvSpPr>
            <a:spLocks noGrp="1"/>
          </p:cNvSpPr>
          <p:nvPr>
            <p:ph type="body" sz="quarter" idx="15" hasCustomPrompt="1"/>
          </p:nvPr>
        </p:nvSpPr>
        <p:spPr>
          <a:xfrm>
            <a:off x="5994773" y="3382657"/>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22" name="텍스트 개체 틀 27"/>
          <p:cNvSpPr>
            <a:spLocks noGrp="1"/>
          </p:cNvSpPr>
          <p:nvPr>
            <p:ph type="body" sz="quarter" idx="16" hasCustomPrompt="1"/>
          </p:nvPr>
        </p:nvSpPr>
        <p:spPr>
          <a:xfrm>
            <a:off x="5994773" y="2984683"/>
            <a:ext cx="4392487" cy="397974"/>
          </a:xfrm>
          <a:prstGeom prst="rect">
            <a:avLst/>
          </a:prstGeom>
        </p:spPr>
        <p:txBody>
          <a:bodyPr/>
          <a:lstStyle>
            <a:lvl1pPr marL="0" indent="0">
              <a:buNone/>
              <a:defRPr sz="2000">
                <a:latin typeface="다키 M" pitchFamily="2" charset="-127"/>
                <a:ea typeface="다키 M"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sp>
        <p:nvSpPr>
          <p:cNvPr id="23" name="텍스트 개체 틀 25"/>
          <p:cNvSpPr>
            <a:spLocks noGrp="1"/>
          </p:cNvSpPr>
          <p:nvPr>
            <p:ph type="body" sz="quarter" idx="17" hasCustomPrompt="1"/>
          </p:nvPr>
        </p:nvSpPr>
        <p:spPr>
          <a:xfrm>
            <a:off x="5994773" y="4417390"/>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24" name="텍스트 개체 틀 27"/>
          <p:cNvSpPr>
            <a:spLocks noGrp="1"/>
          </p:cNvSpPr>
          <p:nvPr>
            <p:ph type="body" sz="quarter" idx="18" hasCustomPrompt="1"/>
          </p:nvPr>
        </p:nvSpPr>
        <p:spPr>
          <a:xfrm>
            <a:off x="5994773" y="4019416"/>
            <a:ext cx="4392487" cy="397974"/>
          </a:xfrm>
          <a:prstGeom prst="rect">
            <a:avLst/>
          </a:prstGeom>
        </p:spPr>
        <p:txBody>
          <a:bodyPr/>
          <a:lstStyle>
            <a:lvl1pPr marL="0" indent="0">
              <a:buNone/>
              <a:defRPr sz="2000">
                <a:latin typeface="다키 M" pitchFamily="2" charset="-127"/>
                <a:ea typeface="다키 M"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sp>
        <p:nvSpPr>
          <p:cNvPr id="25" name="텍스트 개체 틀 25"/>
          <p:cNvSpPr>
            <a:spLocks noGrp="1"/>
          </p:cNvSpPr>
          <p:nvPr>
            <p:ph type="body" sz="quarter" idx="19" hasCustomPrompt="1"/>
          </p:nvPr>
        </p:nvSpPr>
        <p:spPr>
          <a:xfrm>
            <a:off x="5994773" y="5452123"/>
            <a:ext cx="4392487" cy="557164"/>
          </a:xfrm>
          <a:prstGeom prst="rect">
            <a:avLst/>
          </a:prstGeom>
        </p:spPr>
        <p:txBody>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a:latin typeface="다키 M" pitchFamily="2" charset="-127"/>
                <a:ea typeface="다키 M" pitchFamily="2" charset="-127"/>
              </a:defRPr>
            </a:lvl1pPr>
          </a:lstStyle>
          <a:p>
            <a:pPr marL="0" marR="0" indent="0" algn="l" defTabSz="360000" rtl="0" eaLnBrk="1" fontAlgn="auto" latinLnBrk="1" hangingPunct="1">
              <a:lnSpc>
                <a:spcPct val="100000"/>
              </a:lnSpc>
              <a:spcBef>
                <a:spcPct val="0"/>
              </a:spcBef>
              <a:spcAft>
                <a:spcPts val="0"/>
              </a:spcAft>
              <a:buClrTx/>
              <a:buSzTx/>
              <a:buFontTx/>
              <a:buNone/>
              <a:tabLst/>
              <a:defRPr/>
            </a:pPr>
            <a:r>
              <a:rPr lang="en-US" altLang="ko-KR" sz="1400" dirty="0" smtClean="0">
                <a:solidFill>
                  <a:srgbClr val="9DA6AB"/>
                </a:solidFill>
              </a:rPr>
              <a:t>1) </a:t>
            </a:r>
            <a:r>
              <a:rPr lang="ko-KR" altLang="en-US" sz="1400" dirty="0" smtClean="0">
                <a:solidFill>
                  <a:srgbClr val="9DA6AB"/>
                </a:solidFill>
              </a:rPr>
              <a:t>소제목 작성해주세요</a:t>
            </a:r>
            <a:r>
              <a:rPr lang="en-US" altLang="ko-KR" sz="1400" dirty="0" smtClean="0">
                <a:solidFill>
                  <a:srgbClr val="9DA6AB"/>
                </a:solidFill>
              </a:rPr>
              <a:t>	2) </a:t>
            </a:r>
            <a:r>
              <a:rPr lang="ko-KR" altLang="en-US" sz="1400" dirty="0" smtClean="0">
                <a:solidFill>
                  <a:srgbClr val="9DA6AB"/>
                </a:solidFill>
              </a:rPr>
              <a:t>소제목 작성해주세요</a:t>
            </a:r>
          </a:p>
          <a:p>
            <a:endParaRPr lang="ko-KR" altLang="en-US" sz="1400" dirty="0">
              <a:solidFill>
                <a:srgbClr val="9DA6AB"/>
              </a:solidFill>
            </a:endParaRPr>
          </a:p>
        </p:txBody>
      </p:sp>
      <p:sp>
        <p:nvSpPr>
          <p:cNvPr id="27" name="텍스트 개체 틀 27"/>
          <p:cNvSpPr>
            <a:spLocks noGrp="1"/>
          </p:cNvSpPr>
          <p:nvPr>
            <p:ph type="body" sz="quarter" idx="20" hasCustomPrompt="1"/>
          </p:nvPr>
        </p:nvSpPr>
        <p:spPr>
          <a:xfrm>
            <a:off x="5994773" y="5054149"/>
            <a:ext cx="4392487" cy="397974"/>
          </a:xfrm>
          <a:prstGeom prst="rect">
            <a:avLst/>
          </a:prstGeom>
        </p:spPr>
        <p:txBody>
          <a:bodyPr/>
          <a:lstStyle>
            <a:lvl1pPr marL="0" indent="0">
              <a:buNone/>
              <a:defRPr sz="2000">
                <a:latin typeface="다키 M" pitchFamily="2" charset="-127"/>
                <a:ea typeface="다키 M" pitchFamily="2" charset="-127"/>
              </a:defRPr>
            </a:lvl1pPr>
          </a:lstStyle>
          <a:p>
            <a:r>
              <a:rPr lang="ko-KR" altLang="en-US" sz="2000" dirty="0" smtClean="0">
                <a:solidFill>
                  <a:srgbClr val="50646E"/>
                </a:solidFill>
              </a:rPr>
              <a:t>제목을 입력해주세요</a:t>
            </a:r>
            <a:endParaRPr lang="ko-KR" altLang="en-US" sz="1800" dirty="0">
              <a:solidFill>
                <a:srgbClr val="50646E"/>
              </a:solidFill>
            </a:endParaRPr>
          </a:p>
        </p:txBody>
      </p:sp>
    </p:spTree>
    <p:extLst>
      <p:ext uri="{BB962C8B-B14F-4D97-AF65-F5344CB8AC3E}">
        <p14:creationId xmlns:p14="http://schemas.microsoft.com/office/powerpoint/2010/main" val="56833725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206240" y="2188735"/>
            <a:ext cx="4991732" cy="1989871"/>
          </a:xfrm>
          <a:prstGeom prst="rect">
            <a:avLst/>
          </a:prstGeom>
        </p:spPr>
        <p:txBody>
          <a:bodyPr/>
          <a:lstStyle>
            <a:lvl1pPr algn="l">
              <a:defRPr sz="4800" baseline="0">
                <a:solidFill>
                  <a:srgbClr val="323C46"/>
                </a:solidFill>
                <a:latin typeface="다키 B" pitchFamily="2" charset="-127"/>
                <a:ea typeface="다키 B" pitchFamily="2" charset="-127"/>
              </a:defRPr>
            </a:lvl1pPr>
          </a:lstStyle>
          <a:p>
            <a:r>
              <a:rPr lang="ko-KR" altLang="en-US" dirty="0" smtClean="0"/>
              <a:t>간지</a:t>
            </a:r>
            <a:r>
              <a:rPr lang="en-US" altLang="ko-KR" dirty="0" smtClean="0"/>
              <a:t/>
            </a:r>
            <a:br>
              <a:rPr lang="en-US" altLang="ko-KR" dirty="0" smtClean="0"/>
            </a:br>
            <a:r>
              <a:rPr lang="ko-KR" altLang="en-US" dirty="0" smtClean="0"/>
              <a:t>타이틀 입력</a:t>
            </a:r>
            <a:endParaRPr lang="ko-KR" altLang="en-US" dirty="0"/>
          </a:p>
        </p:txBody>
      </p:sp>
      <p:sp>
        <p:nvSpPr>
          <p:cNvPr id="10" name="텍스트 개체 틀 9"/>
          <p:cNvSpPr>
            <a:spLocks noGrp="1"/>
          </p:cNvSpPr>
          <p:nvPr>
            <p:ph type="body" sz="quarter" idx="10" hasCustomPrompt="1"/>
          </p:nvPr>
        </p:nvSpPr>
        <p:spPr>
          <a:xfrm>
            <a:off x="1206240" y="4695739"/>
            <a:ext cx="4991100" cy="2068863"/>
          </a:xfrm>
          <a:prstGeom prst="rect">
            <a:avLst/>
          </a:prstGeom>
        </p:spPr>
        <p:txBody>
          <a:bodyPr/>
          <a:lstStyle>
            <a:lvl1pPr marL="0" indent="0" algn="l">
              <a:buNone/>
              <a:defRPr sz="2400">
                <a:solidFill>
                  <a:srgbClr val="9DA6AB"/>
                </a:solidFill>
              </a:defRPr>
            </a:lvl1pPr>
          </a:lstStyle>
          <a:p>
            <a:pPr>
              <a:lnSpc>
                <a:spcPct val="150000"/>
              </a:lnSpc>
            </a:pPr>
            <a:r>
              <a:rPr lang="en-US" altLang="ko-KR" sz="2000" dirty="0" smtClean="0">
                <a:latin typeface="다키 M" pitchFamily="2" charset="-127"/>
                <a:ea typeface="다키 M" pitchFamily="2" charset="-127"/>
              </a:rPr>
              <a:t>1) </a:t>
            </a:r>
            <a:r>
              <a:rPr lang="ko-KR" altLang="en-US" sz="2000" dirty="0" smtClean="0">
                <a:latin typeface="다키 M" pitchFamily="2" charset="-127"/>
                <a:ea typeface="다키 M" pitchFamily="2" charset="-127"/>
              </a:rPr>
              <a:t>소제목 입력</a:t>
            </a:r>
            <a:endParaRPr lang="en-US" altLang="ko-KR" sz="2000" dirty="0" smtClean="0">
              <a:latin typeface="다키 M" pitchFamily="2" charset="-127"/>
              <a:ea typeface="다키 M" pitchFamily="2" charset="-127"/>
            </a:endParaRPr>
          </a:p>
        </p:txBody>
      </p:sp>
      <p:sp>
        <p:nvSpPr>
          <p:cNvPr id="7" name="직사각형 6"/>
          <p:cNvSpPr/>
          <p:nvPr userDrawn="1"/>
        </p:nvSpPr>
        <p:spPr>
          <a:xfrm>
            <a:off x="1350256" y="0"/>
            <a:ext cx="1926000" cy="1595699"/>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ko-KR" altLang="en-US"/>
          </a:p>
        </p:txBody>
      </p:sp>
      <p:sp>
        <p:nvSpPr>
          <p:cNvPr id="9" name="직사각형 8"/>
          <p:cNvSpPr/>
          <p:nvPr userDrawn="1"/>
        </p:nvSpPr>
        <p:spPr>
          <a:xfrm>
            <a:off x="6786860" y="1"/>
            <a:ext cx="3906540" cy="7561263"/>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텍스트 개체 틀 5"/>
          <p:cNvSpPr>
            <a:spLocks noGrp="1"/>
          </p:cNvSpPr>
          <p:nvPr>
            <p:ph type="body" sz="quarter" idx="11" hasCustomPrompt="1"/>
          </p:nvPr>
        </p:nvSpPr>
        <p:spPr>
          <a:xfrm>
            <a:off x="1736994" y="437650"/>
            <a:ext cx="1152525" cy="1033553"/>
          </a:xfrm>
          <a:prstGeom prst="rect">
            <a:avLst/>
          </a:prstGeom>
        </p:spPr>
        <p:txBody>
          <a:bodyPr anchor="ctr"/>
          <a:lstStyle>
            <a:lvl1pPr marL="0" indent="0" algn="ctr">
              <a:buNone/>
              <a:defRPr sz="6000">
                <a:solidFill>
                  <a:schemeClr val="bg1"/>
                </a:solidFill>
                <a:latin typeface="다키 M Title" pitchFamily="2" charset="-127"/>
                <a:ea typeface="다키 M Title" pitchFamily="2" charset="-127"/>
              </a:defRPr>
            </a:lvl1pPr>
          </a:lstStyle>
          <a:p>
            <a:pPr lvl="0"/>
            <a:r>
              <a:rPr lang="en-US" altLang="ko-KR" dirty="0" smtClean="0"/>
              <a:t>01</a:t>
            </a:r>
            <a:endParaRPr lang="ko-KR" altLang="en-US" dirty="0"/>
          </a:p>
        </p:txBody>
      </p:sp>
    </p:spTree>
    <p:extLst>
      <p:ext uri="{BB962C8B-B14F-4D97-AF65-F5344CB8AC3E}">
        <p14:creationId xmlns:p14="http://schemas.microsoft.com/office/powerpoint/2010/main" val="42999850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사용자 지정 레이아웃">
    <p:bg>
      <p:bgPr>
        <a:solidFill>
          <a:srgbClr val="2482C8"/>
        </a:solidFill>
        <a:effectLst/>
      </p:bgPr>
    </p:bg>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206240" y="2188735"/>
            <a:ext cx="4991732" cy="1989871"/>
          </a:xfrm>
          <a:prstGeom prst="rect">
            <a:avLst/>
          </a:prstGeom>
        </p:spPr>
        <p:txBody>
          <a:bodyPr>
            <a:normAutofit/>
          </a:bodyPr>
          <a:lstStyle>
            <a:lvl1pPr algn="l">
              <a:defRPr sz="6000">
                <a:solidFill>
                  <a:schemeClr val="bg1"/>
                </a:solidFill>
                <a:latin typeface="다키 B" pitchFamily="2" charset="-127"/>
                <a:ea typeface="다키 B" pitchFamily="2" charset="-127"/>
              </a:defRPr>
            </a:lvl1pPr>
          </a:lstStyle>
          <a:p>
            <a:r>
              <a:rPr lang="ko-KR" altLang="en-US" dirty="0" smtClean="0"/>
              <a:t>간지</a:t>
            </a:r>
            <a:r>
              <a:rPr lang="en-US" altLang="ko-KR" dirty="0" smtClean="0"/>
              <a:t/>
            </a:r>
            <a:br>
              <a:rPr lang="en-US" altLang="ko-KR" dirty="0" smtClean="0"/>
            </a:br>
            <a:r>
              <a:rPr lang="ko-KR" altLang="en-US" dirty="0" smtClean="0"/>
              <a:t>타이틀 입력</a:t>
            </a:r>
            <a:endParaRPr lang="ko-KR" altLang="en-US" dirty="0"/>
          </a:p>
        </p:txBody>
      </p:sp>
      <p:sp>
        <p:nvSpPr>
          <p:cNvPr id="3" name="직사각형 2"/>
          <p:cNvSpPr/>
          <p:nvPr userDrawn="1"/>
        </p:nvSpPr>
        <p:spPr>
          <a:xfrm>
            <a:off x="6786860" y="1"/>
            <a:ext cx="3906540" cy="7561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userDrawn="1"/>
        </p:nvSpPr>
        <p:spPr>
          <a:xfrm>
            <a:off x="1350256" y="0"/>
            <a:ext cx="1926000" cy="1595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텍스트 개체 틀 9"/>
          <p:cNvSpPr>
            <a:spLocks noGrp="1"/>
          </p:cNvSpPr>
          <p:nvPr>
            <p:ph type="body" sz="quarter" idx="10" hasCustomPrompt="1"/>
          </p:nvPr>
        </p:nvSpPr>
        <p:spPr>
          <a:xfrm>
            <a:off x="1170236" y="5004768"/>
            <a:ext cx="4991100" cy="1800200"/>
          </a:xfrm>
          <a:prstGeom prst="rect">
            <a:avLst/>
          </a:prstGeom>
        </p:spPr>
        <p:txBody>
          <a:bodyPr>
            <a:normAutofit/>
          </a:bodyPr>
          <a:lstStyle>
            <a:lvl1pPr marL="0" indent="0">
              <a:buNone/>
              <a:defRPr sz="1800">
                <a:solidFill>
                  <a:srgbClr val="D8E2E7"/>
                </a:solidFill>
              </a:defRPr>
            </a:lvl1pPr>
          </a:lstStyle>
          <a:p>
            <a:pPr>
              <a:lnSpc>
                <a:spcPct val="150000"/>
              </a:lnSpc>
            </a:pPr>
            <a:r>
              <a:rPr lang="en-US" altLang="ko-KR" sz="2000" dirty="0" smtClean="0">
                <a:latin typeface="다키 M" pitchFamily="2" charset="-127"/>
                <a:ea typeface="다키 M" pitchFamily="2" charset="-127"/>
              </a:rPr>
              <a:t>1) </a:t>
            </a:r>
            <a:r>
              <a:rPr lang="ko-KR" altLang="en-US" sz="2000" dirty="0" smtClean="0">
                <a:latin typeface="다키 M" pitchFamily="2" charset="-127"/>
                <a:ea typeface="다키 M" pitchFamily="2" charset="-127"/>
              </a:rPr>
              <a:t>소제목 입력</a:t>
            </a:r>
            <a:endParaRPr lang="en-US" altLang="ko-KR" sz="2000" dirty="0" smtClean="0">
              <a:latin typeface="다키 M" pitchFamily="2" charset="-127"/>
              <a:ea typeface="다키 M" pitchFamily="2" charset="-127"/>
            </a:endParaRPr>
          </a:p>
        </p:txBody>
      </p:sp>
      <p:sp>
        <p:nvSpPr>
          <p:cNvPr id="12" name="텍스트 개체 틀 11"/>
          <p:cNvSpPr>
            <a:spLocks noGrp="1"/>
          </p:cNvSpPr>
          <p:nvPr>
            <p:ph type="body" sz="quarter" idx="11" hasCustomPrompt="1"/>
          </p:nvPr>
        </p:nvSpPr>
        <p:spPr>
          <a:xfrm>
            <a:off x="1775889" y="366745"/>
            <a:ext cx="1074737" cy="849304"/>
          </a:xfrm>
          <a:prstGeom prst="rect">
            <a:avLst/>
          </a:prstGeom>
        </p:spPr>
        <p:txBody>
          <a:bodyPr/>
          <a:lstStyle>
            <a:lvl1pPr marL="0" indent="0" algn="ctr">
              <a:buNone/>
              <a:defRPr sz="2400"/>
            </a:lvl1pPr>
          </a:lstStyle>
          <a:p>
            <a:pPr algn="ctr"/>
            <a:r>
              <a:rPr lang="en-US" altLang="ko-KR" sz="6000" dirty="0" smtClean="0">
                <a:solidFill>
                  <a:srgbClr val="2482C8"/>
                </a:solidFill>
                <a:latin typeface="다키 M Title" pitchFamily="2" charset="-127"/>
                <a:ea typeface="다키 M Title" pitchFamily="2" charset="-127"/>
              </a:rPr>
              <a:t>01</a:t>
            </a:r>
            <a:endParaRPr lang="ko-KR" altLang="en-US" sz="6000" dirty="0">
              <a:solidFill>
                <a:srgbClr val="2482C8"/>
              </a:solidFill>
              <a:latin typeface="다키 M Title" pitchFamily="2" charset="-127"/>
              <a:ea typeface="다키 M Title" pitchFamily="2" charset="-127"/>
            </a:endParaRPr>
          </a:p>
        </p:txBody>
      </p:sp>
    </p:spTree>
    <p:extLst>
      <p:ext uri="{BB962C8B-B14F-4D97-AF65-F5344CB8AC3E}">
        <p14:creationId xmlns:p14="http://schemas.microsoft.com/office/powerpoint/2010/main" val="18826838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제목 및 내용">
    <p:spTree>
      <p:nvGrpSpPr>
        <p:cNvPr id="1" name=""/>
        <p:cNvGrpSpPr/>
        <p:nvPr/>
      </p:nvGrpSpPr>
      <p:grpSpPr>
        <a:xfrm>
          <a:off x="0" y="0"/>
          <a:ext cx="0" cy="0"/>
          <a:chOff x="0" y="0"/>
          <a:chExt cx="0" cy="0"/>
        </a:xfrm>
      </p:grpSpPr>
      <p:sp>
        <p:nvSpPr>
          <p:cNvPr id="21" name="슬라이드 번호 개체 틀 5"/>
          <p:cNvSpPr txBox="1">
            <a:spLocks/>
          </p:cNvSpPr>
          <p:nvPr userDrawn="1"/>
        </p:nvSpPr>
        <p:spPr>
          <a:xfrm>
            <a:off x="4680165" y="7243007"/>
            <a:ext cx="1333071" cy="309885"/>
          </a:xfrm>
          <a:prstGeom prst="rect">
            <a:avLst/>
          </a:prstGeom>
        </p:spPr>
        <p:txBody>
          <a:bodyPr vert="horz" lIns="91440" tIns="45720" rIns="91440" bIns="45720" rtlCol="0" anchor="ctr"/>
          <a:lstStyle>
            <a:defPPr>
              <a:defRPr lang="ko-KR"/>
            </a:defPPr>
            <a:lvl1pPr marL="0" algn="ctr" defTabSz="914400" rtl="0" eaLnBrk="1" latinLnBrk="1" hangingPunct="1">
              <a:defRPr sz="1200" kern="1200">
                <a:solidFill>
                  <a:srgbClr val="D8E2E7"/>
                </a:solidFill>
                <a:latin typeface="다키 M" pitchFamily="2" charset="-127"/>
                <a:ea typeface="다키 M" pitchFamily="2" charset="-127"/>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4A1A8922-F2AB-460F-B06D-814BB823FF16}" type="slidenum">
              <a:rPr lang="ko-KR" altLang="en-US" smtClean="0">
                <a:solidFill>
                  <a:srgbClr val="9DA6AB"/>
                </a:solidFill>
              </a:rPr>
              <a:pPr/>
              <a:t>‹#›</a:t>
            </a:fld>
            <a:r>
              <a:rPr lang="en-US" altLang="ko-KR" dirty="0" smtClean="0">
                <a:solidFill>
                  <a:srgbClr val="9DA6AB"/>
                </a:solidFill>
              </a:rPr>
              <a:t>/x</a:t>
            </a:r>
            <a:endParaRPr lang="ko-KR" altLang="en-US" dirty="0">
              <a:solidFill>
                <a:srgbClr val="9DA6AB"/>
              </a:solidFill>
            </a:endParaRPr>
          </a:p>
        </p:txBody>
      </p:sp>
      <p:sp>
        <p:nvSpPr>
          <p:cNvPr id="22" name="내용 개체 틀 2"/>
          <p:cNvSpPr>
            <a:spLocks noGrp="1"/>
          </p:cNvSpPr>
          <p:nvPr>
            <p:ph idx="13"/>
          </p:nvPr>
        </p:nvSpPr>
        <p:spPr>
          <a:xfrm>
            <a:off x="306388" y="1764296"/>
            <a:ext cx="10080872" cy="5200129"/>
          </a:xfrm>
          <a:prstGeom prst="rect">
            <a:avLst/>
          </a:prstGeom>
        </p:spPr>
        <p:txBody>
          <a:bodyPr/>
          <a:lstStyle>
            <a:lvl1pPr marL="0" indent="0">
              <a:buNone/>
              <a:defRPr sz="1400">
                <a:solidFill>
                  <a:srgbClr val="323C46"/>
                </a:solidFill>
                <a:latin typeface="다키 M" pitchFamily="2" charset="-127"/>
                <a:ea typeface="다키 M" pitchFamily="2" charset="-127"/>
              </a:defRPr>
            </a:lvl1pPr>
          </a:lstStyle>
          <a:p>
            <a:pPr lvl="0"/>
            <a:endParaRPr lang="ko-KR" altLang="en-US" dirty="0"/>
          </a:p>
        </p:txBody>
      </p:sp>
      <p:sp>
        <p:nvSpPr>
          <p:cNvPr id="12" name="직사각형 11"/>
          <p:cNvSpPr/>
          <p:nvPr userDrawn="1"/>
        </p:nvSpPr>
        <p:spPr>
          <a:xfrm>
            <a:off x="0" y="250567"/>
            <a:ext cx="180000" cy="955138"/>
          </a:xfrm>
          <a:prstGeom prst="rect">
            <a:avLst/>
          </a:prstGeom>
          <a:solidFill>
            <a:srgbClr val="2482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직사각형 12"/>
          <p:cNvSpPr/>
          <p:nvPr userDrawn="1"/>
        </p:nvSpPr>
        <p:spPr>
          <a:xfrm>
            <a:off x="10627226" y="250567"/>
            <a:ext cx="66175" cy="397974"/>
          </a:xfrm>
          <a:prstGeom prst="rect">
            <a:avLst/>
          </a:prstGeom>
          <a:solidFill>
            <a:srgbClr val="9DA6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텍스트 개체 틀 15"/>
          <p:cNvSpPr>
            <a:spLocks noGrp="1"/>
          </p:cNvSpPr>
          <p:nvPr>
            <p:ph type="body" sz="quarter" idx="10" hasCustomPrompt="1"/>
          </p:nvPr>
        </p:nvSpPr>
        <p:spPr>
          <a:xfrm>
            <a:off x="8343899" y="250567"/>
            <a:ext cx="2268537" cy="397974"/>
          </a:xfrm>
          <a:prstGeom prst="rect">
            <a:avLst/>
          </a:prstGeom>
        </p:spPr>
        <p:txBody>
          <a:bodyPr/>
          <a:lstStyle>
            <a:lvl1pPr marL="0" indent="0">
              <a:buNone/>
              <a:defRPr sz="2400">
                <a:solidFill>
                  <a:srgbClr val="9DA6AB"/>
                </a:solidFill>
                <a:latin typeface="다키 M Title" pitchFamily="2" charset="-127"/>
                <a:ea typeface="다키 M Title" pitchFamily="2" charset="-127"/>
              </a:defRPr>
            </a:lvl1pPr>
          </a:lstStyle>
          <a:p>
            <a:pPr algn="r"/>
            <a:r>
              <a:rPr lang="en-US" altLang="ko-KR" sz="1600" dirty="0" smtClean="0">
                <a:solidFill>
                  <a:srgbClr val="9DA6AB"/>
                </a:solidFill>
              </a:rPr>
              <a:t>Large</a:t>
            </a:r>
            <a:r>
              <a:rPr lang="en-US" altLang="ko-KR" sz="1600" baseline="0" dirty="0" smtClean="0">
                <a:solidFill>
                  <a:srgbClr val="9DA6AB"/>
                </a:solidFill>
              </a:rPr>
              <a:t> title </a:t>
            </a:r>
            <a:r>
              <a:rPr lang="ko-KR" altLang="en-US" sz="1600" dirty="0" smtClean="0">
                <a:solidFill>
                  <a:srgbClr val="9DA6AB"/>
                </a:solidFill>
              </a:rPr>
              <a:t>입력</a:t>
            </a:r>
            <a:endParaRPr lang="ko-KR" altLang="en-US" sz="1600" dirty="0">
              <a:solidFill>
                <a:srgbClr val="9DA6AB"/>
              </a:solidFill>
            </a:endParaRPr>
          </a:p>
        </p:txBody>
      </p:sp>
      <p:sp>
        <p:nvSpPr>
          <p:cNvPr id="18" name="텍스트 개체 틀 17"/>
          <p:cNvSpPr>
            <a:spLocks noGrp="1"/>
          </p:cNvSpPr>
          <p:nvPr>
            <p:ph type="body" sz="quarter" idx="11" hasCustomPrompt="1"/>
          </p:nvPr>
        </p:nvSpPr>
        <p:spPr>
          <a:xfrm>
            <a:off x="234132" y="238662"/>
            <a:ext cx="7956884" cy="636979"/>
          </a:xfrm>
          <a:prstGeom prst="rect">
            <a:avLst/>
          </a:prstGeom>
        </p:spPr>
        <p:txBody>
          <a:bodyPr/>
          <a:lstStyle>
            <a:lvl1pPr marL="0" indent="0">
              <a:buNone/>
              <a:defRPr sz="3200">
                <a:solidFill>
                  <a:srgbClr val="2482C8"/>
                </a:solidFill>
                <a:latin typeface="다키 B" pitchFamily="2" charset="-127"/>
                <a:ea typeface="다키 B" pitchFamily="2" charset="-127"/>
              </a:defRPr>
            </a:lvl1pPr>
          </a:lstStyle>
          <a:p>
            <a:r>
              <a:rPr lang="ko-KR" altLang="en-US" dirty="0" smtClean="0"/>
              <a:t>타이틀을 입력하세요</a:t>
            </a:r>
            <a:endParaRPr lang="ko-KR" altLang="en-US" dirty="0"/>
          </a:p>
        </p:txBody>
      </p:sp>
      <p:sp>
        <p:nvSpPr>
          <p:cNvPr id="20" name="텍스트 개체 틀 19"/>
          <p:cNvSpPr>
            <a:spLocks noGrp="1"/>
          </p:cNvSpPr>
          <p:nvPr>
            <p:ph type="body" sz="quarter" idx="12" hasCustomPrompt="1"/>
          </p:nvPr>
        </p:nvSpPr>
        <p:spPr>
          <a:xfrm>
            <a:off x="234132" y="835733"/>
            <a:ext cx="7956884" cy="640642"/>
          </a:xfrm>
          <a:prstGeom prst="rect">
            <a:avLst/>
          </a:prstGeom>
        </p:spPr>
        <p:txBody>
          <a:bodyPr/>
          <a:lstStyle>
            <a:lvl1pPr marL="0" indent="0">
              <a:buNone/>
              <a:defRPr sz="2400">
                <a:latin typeface="다키 M" pitchFamily="2" charset="-127"/>
                <a:ea typeface="다키 M" pitchFamily="2" charset="-127"/>
              </a:defRPr>
            </a:lvl1pPr>
          </a:lstStyle>
          <a:p>
            <a:r>
              <a:rPr lang="en-US" altLang="ko-KR" sz="1600" dirty="0" smtClean="0">
                <a:solidFill>
                  <a:srgbClr val="50646E"/>
                </a:solidFill>
              </a:rPr>
              <a:t>summary</a:t>
            </a:r>
            <a:r>
              <a:rPr lang="ko-KR" altLang="en-US" sz="1600" dirty="0" smtClean="0">
                <a:solidFill>
                  <a:srgbClr val="50646E"/>
                </a:solidFill>
              </a:rPr>
              <a:t>를 입력하세요</a:t>
            </a:r>
            <a:r>
              <a:rPr lang="en-US" altLang="ko-KR" sz="1600" dirty="0" smtClean="0">
                <a:solidFill>
                  <a:srgbClr val="50646E"/>
                </a:solidFill>
              </a:rPr>
              <a:t>.</a:t>
            </a:r>
          </a:p>
          <a:p>
            <a:r>
              <a:rPr lang="ko-KR" altLang="en-US" sz="1600" dirty="0" smtClean="0">
                <a:solidFill>
                  <a:srgbClr val="50646E"/>
                </a:solidFill>
              </a:rPr>
              <a:t>최대 </a:t>
            </a:r>
            <a:r>
              <a:rPr lang="ko-KR" altLang="en-US" sz="1600" dirty="0" err="1" smtClean="0">
                <a:solidFill>
                  <a:srgbClr val="50646E"/>
                </a:solidFill>
              </a:rPr>
              <a:t>두줄까지</a:t>
            </a:r>
            <a:r>
              <a:rPr lang="ko-KR" altLang="en-US" sz="1600" dirty="0" smtClean="0">
                <a:solidFill>
                  <a:srgbClr val="50646E"/>
                </a:solidFill>
              </a:rPr>
              <a:t> 입력이 가능합니다</a:t>
            </a:r>
            <a:r>
              <a:rPr lang="en-US" altLang="ko-KR" sz="1600" dirty="0" smtClean="0">
                <a:solidFill>
                  <a:srgbClr val="50646E"/>
                </a:solidFill>
              </a:rPr>
              <a:t>.</a:t>
            </a:r>
            <a:endParaRPr lang="ko-KR" altLang="en-US" sz="1600" dirty="0">
              <a:solidFill>
                <a:srgbClr val="50646E"/>
              </a:solidFill>
            </a:endParaRPr>
          </a:p>
        </p:txBody>
      </p:sp>
      <p:pic>
        <p:nvPicPr>
          <p:cNvPr id="24"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9475200" y="7315201"/>
            <a:ext cx="911543" cy="115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725579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사용자 지정 레이아웃">
    <p:bg>
      <p:bgPr>
        <a:solidFill>
          <a:srgbClr val="2482C8"/>
        </a:solidFill>
        <a:effectLst/>
      </p:bgPr>
    </p:bg>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242244" y="2268330"/>
            <a:ext cx="7812868" cy="2029668"/>
          </a:xfrm>
          <a:prstGeom prst="rect">
            <a:avLst/>
          </a:prstGeom>
        </p:spPr>
        <p:txBody>
          <a:bodyPr/>
          <a:lstStyle>
            <a:lvl1pPr>
              <a:defRPr sz="10000" baseline="0">
                <a:solidFill>
                  <a:schemeClr val="bg1"/>
                </a:solidFill>
                <a:latin typeface="다키 M Title" pitchFamily="2" charset="-127"/>
                <a:ea typeface="다키 M Title" pitchFamily="2" charset="-127"/>
              </a:defRPr>
            </a:lvl1pPr>
          </a:lstStyle>
          <a:p>
            <a:r>
              <a:rPr lang="en-US" altLang="ko-KR" dirty="0" smtClean="0"/>
              <a:t>THANK YOU</a:t>
            </a:r>
            <a:endParaRPr lang="ko-KR" altLang="en-US" dirty="0"/>
          </a:p>
        </p:txBody>
      </p:sp>
      <p:sp>
        <p:nvSpPr>
          <p:cNvPr id="3" name="직사각형 2"/>
          <p:cNvSpPr/>
          <p:nvPr userDrawn="1"/>
        </p:nvSpPr>
        <p:spPr>
          <a:xfrm>
            <a:off x="1350256" y="0"/>
            <a:ext cx="1926000" cy="1595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649958" y="998811"/>
            <a:ext cx="1326596" cy="193278"/>
          </a:xfrm>
          <a:prstGeom prst="rect">
            <a:avLst/>
          </a:prstGeom>
          <a:noFill/>
          <a:extLst>
            <a:ext uri="{909E8E84-426E-40DD-AFC4-6F175D3DCCD1}">
              <a14:hiddenFill xmlns:a14="http://schemas.microsoft.com/office/drawing/2010/main">
                <a:solidFill>
                  <a:srgbClr val="FFFFFF"/>
                </a:solidFill>
              </a14:hiddenFill>
            </a:ext>
          </a:extLst>
        </p:spPr>
      </p:pic>
      <p:sp>
        <p:nvSpPr>
          <p:cNvPr id="6" name="부제목 2"/>
          <p:cNvSpPr>
            <a:spLocks noGrp="1"/>
          </p:cNvSpPr>
          <p:nvPr>
            <p:ph type="subTitle" idx="1" hasCustomPrompt="1"/>
          </p:nvPr>
        </p:nvSpPr>
        <p:spPr>
          <a:xfrm>
            <a:off x="1242244" y="5065766"/>
            <a:ext cx="2594426" cy="397930"/>
          </a:xfrm>
          <a:prstGeom prst="rect">
            <a:avLst/>
          </a:prstGeom>
        </p:spPr>
        <p:txBody>
          <a:bodyPr/>
          <a:lstStyle>
            <a:lvl1pPr marL="0" indent="0" algn="l">
              <a:buNone/>
              <a:defRPr sz="1800">
                <a:solidFill>
                  <a:srgbClr val="9DA6AB"/>
                </a:solidFill>
                <a:latin typeface="다키 B" pitchFamily="2" charset="-127"/>
                <a:ea typeface="다키 B" pitchFamily="2" charset="-12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dirty="0" smtClean="0"/>
              <a:t>00 </a:t>
            </a:r>
            <a:r>
              <a:rPr lang="ko-KR" altLang="en-US" dirty="0" smtClean="0"/>
              <a:t>팀</a:t>
            </a:r>
            <a:endParaRPr lang="ko-KR" altLang="en-US" dirty="0"/>
          </a:p>
        </p:txBody>
      </p:sp>
      <p:sp>
        <p:nvSpPr>
          <p:cNvPr id="7" name="텍스트 개체 틀 17"/>
          <p:cNvSpPr>
            <a:spLocks noGrp="1"/>
          </p:cNvSpPr>
          <p:nvPr>
            <p:ph type="body" sz="quarter" idx="11" hasCustomPrompt="1"/>
          </p:nvPr>
        </p:nvSpPr>
        <p:spPr>
          <a:xfrm>
            <a:off x="1242244" y="5503537"/>
            <a:ext cx="2592288" cy="397152"/>
          </a:xfrm>
          <a:prstGeom prst="rect">
            <a:avLst/>
          </a:prstGeom>
        </p:spPr>
        <p:txBody>
          <a:bodyPr anchor="ctr"/>
          <a:lstStyle>
            <a:lvl1pPr marL="0" indent="0">
              <a:buNone/>
              <a:defRPr sz="1800">
                <a:solidFill>
                  <a:srgbClr val="9DA6AB"/>
                </a:solidFill>
                <a:latin typeface="다키 B" pitchFamily="2" charset="-127"/>
                <a:ea typeface="다키 B" pitchFamily="2" charset="-127"/>
              </a:defRPr>
            </a:lvl1pPr>
          </a:lstStyle>
          <a:p>
            <a:r>
              <a:rPr lang="ko-KR" altLang="en-US" dirty="0" smtClean="0"/>
              <a:t>담당자 </a:t>
            </a:r>
            <a:r>
              <a:rPr lang="en-US" altLang="ko-KR" dirty="0" smtClean="0"/>
              <a:t>: </a:t>
            </a:r>
            <a:r>
              <a:rPr lang="ko-KR" altLang="en-US" dirty="0" smtClean="0"/>
              <a:t>홍길동</a:t>
            </a:r>
            <a:endParaRPr lang="en-US" altLang="ko-KR" dirty="0" smtClean="0"/>
          </a:p>
        </p:txBody>
      </p:sp>
      <p:sp>
        <p:nvSpPr>
          <p:cNvPr id="8" name="텍스트 개체 틀 19"/>
          <p:cNvSpPr>
            <a:spLocks noGrp="1"/>
          </p:cNvSpPr>
          <p:nvPr>
            <p:ph type="body" sz="quarter" idx="12" hasCustomPrompt="1"/>
          </p:nvPr>
        </p:nvSpPr>
        <p:spPr>
          <a:xfrm>
            <a:off x="1242779" y="5940871"/>
            <a:ext cx="2593899" cy="398413"/>
          </a:xfrm>
          <a:prstGeom prst="rect">
            <a:avLst/>
          </a:prstGeom>
        </p:spPr>
        <p:txBody>
          <a:bodyPr/>
          <a:lstStyle>
            <a:lvl1pPr marL="0" indent="0">
              <a:buNone/>
              <a:defRPr sz="1800">
                <a:solidFill>
                  <a:srgbClr val="9DA6AB"/>
                </a:solidFill>
                <a:latin typeface="다키 B" pitchFamily="2" charset="-127"/>
                <a:ea typeface="다키 B" pitchFamily="2" charset="-127"/>
              </a:defRPr>
            </a:lvl1pPr>
          </a:lstStyle>
          <a:p>
            <a:r>
              <a:rPr lang="ko-KR" altLang="en-US" dirty="0" smtClean="0"/>
              <a:t>연락처 </a:t>
            </a:r>
            <a:r>
              <a:rPr lang="en-US" altLang="ko-KR" dirty="0" smtClean="0"/>
              <a:t>: 070 0000 0000</a:t>
            </a:r>
          </a:p>
        </p:txBody>
      </p:sp>
    </p:spTree>
    <p:extLst>
      <p:ext uri="{BB962C8B-B14F-4D97-AF65-F5344CB8AC3E}">
        <p14:creationId xmlns:p14="http://schemas.microsoft.com/office/powerpoint/2010/main" val="213448128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171" y="402569"/>
            <a:ext cx="9223058" cy="1461495"/>
          </a:xfrm>
          <a:prstGeom prst="rect">
            <a:avLst/>
          </a:prstGeom>
        </p:spPr>
        <p:txBody>
          <a:bodyPr vert="horz" lIns="91440" tIns="45720" rIns="91440" bIns="45720" rtlCol="0" anchor="ctr">
            <a:normAutofit/>
          </a:bodyPr>
          <a:lstStyle/>
          <a:p>
            <a:r>
              <a:rPr lang="ko-KR" altLang="en-US" smtClean="0"/>
              <a:t>마스터 제목 스타일 편집</a:t>
            </a:r>
            <a:endParaRPr lang="en-US" dirty="0"/>
          </a:p>
        </p:txBody>
      </p:sp>
      <p:sp>
        <p:nvSpPr>
          <p:cNvPr id="3" name="Text Placeholder 2"/>
          <p:cNvSpPr>
            <a:spLocks noGrp="1"/>
          </p:cNvSpPr>
          <p:nvPr>
            <p:ph type="body" idx="1"/>
          </p:nvPr>
        </p:nvSpPr>
        <p:spPr>
          <a:xfrm>
            <a:off x="735171" y="2012836"/>
            <a:ext cx="9223058" cy="4797552"/>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en-US" dirty="0"/>
          </a:p>
        </p:txBody>
      </p:sp>
      <p:sp>
        <p:nvSpPr>
          <p:cNvPr id="4" name="Date Placeholder 3"/>
          <p:cNvSpPr>
            <a:spLocks noGrp="1"/>
          </p:cNvSpPr>
          <p:nvPr>
            <p:ph type="dt" sz="half" idx="2"/>
          </p:nvPr>
        </p:nvSpPr>
        <p:spPr>
          <a:xfrm>
            <a:off x="735171" y="7008172"/>
            <a:ext cx="2406015" cy="402567"/>
          </a:xfrm>
          <a:prstGeom prst="rect">
            <a:avLst/>
          </a:prstGeom>
        </p:spPr>
        <p:txBody>
          <a:bodyPr vert="horz" lIns="91440" tIns="45720" rIns="91440" bIns="45720" rtlCol="0" anchor="ctr"/>
          <a:lstStyle>
            <a:lvl1pPr algn="l">
              <a:defRPr sz="1323">
                <a:solidFill>
                  <a:schemeClr val="tx1">
                    <a:tint val="75000"/>
                  </a:schemeClr>
                </a:solidFill>
              </a:defRPr>
            </a:lvl1pPr>
          </a:lstStyle>
          <a:p>
            <a:fld id="{4D16BF97-55BE-41D7-A5BB-0D02BD7B0503}" type="datetimeFigureOut">
              <a:rPr lang="ko-KR" altLang="en-US" smtClean="0"/>
              <a:t>2026-07-08</a:t>
            </a:fld>
            <a:endParaRPr lang="ko-KR" altLang="en-US"/>
          </a:p>
        </p:txBody>
      </p:sp>
      <p:sp>
        <p:nvSpPr>
          <p:cNvPr id="5" name="Footer Placeholder 4"/>
          <p:cNvSpPr>
            <a:spLocks noGrp="1"/>
          </p:cNvSpPr>
          <p:nvPr>
            <p:ph type="ftr" sz="quarter" idx="3"/>
          </p:nvPr>
        </p:nvSpPr>
        <p:spPr>
          <a:xfrm>
            <a:off x="3542189" y="7008172"/>
            <a:ext cx="3609023" cy="402567"/>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7552214" y="7008172"/>
            <a:ext cx="2406015" cy="402567"/>
          </a:xfrm>
          <a:prstGeom prst="rect">
            <a:avLst/>
          </a:prstGeom>
        </p:spPr>
        <p:txBody>
          <a:bodyPr vert="horz" lIns="91440" tIns="45720" rIns="91440" bIns="45720" rtlCol="0" anchor="ctr"/>
          <a:lstStyle>
            <a:lvl1pPr algn="r">
              <a:defRPr sz="1323">
                <a:solidFill>
                  <a:schemeClr val="tx1">
                    <a:tint val="75000"/>
                  </a:schemeClr>
                </a:solidFill>
              </a:defRPr>
            </a:lvl1pPr>
          </a:lstStyle>
          <a:p>
            <a:fld id="{4126812A-A0EF-4881-B62C-6E922A4382FD}" type="slidenum">
              <a:rPr lang="ko-KR" altLang="en-US" smtClean="0"/>
              <a:t>‹#›</a:t>
            </a:fld>
            <a:endParaRPr lang="ko-KR" altLang="en-US"/>
          </a:p>
        </p:txBody>
      </p:sp>
    </p:spTree>
    <p:extLst>
      <p:ext uri="{BB962C8B-B14F-4D97-AF65-F5344CB8AC3E}">
        <p14:creationId xmlns:p14="http://schemas.microsoft.com/office/powerpoint/2010/main" val="2066345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7" r:id="rId9"/>
  </p:sldLayoutIdLst>
  <p:txStyles>
    <p:titleStyle>
      <a:lvl1pPr algn="l" defTabSz="1008126" rtl="0" eaLnBrk="1" latinLnBrk="1" hangingPunct="1">
        <a:lnSpc>
          <a:spcPct val="90000"/>
        </a:lnSpc>
        <a:spcBef>
          <a:spcPct val="0"/>
        </a:spcBef>
        <a:buNone/>
        <a:defRPr sz="4851" kern="1200">
          <a:solidFill>
            <a:schemeClr val="tx1"/>
          </a:solidFill>
          <a:latin typeface="+mj-lt"/>
          <a:ea typeface="+mj-ea"/>
          <a:cs typeface="+mj-cs"/>
        </a:defRPr>
      </a:lvl1pPr>
    </p:titleStyle>
    <p:bodyStyle>
      <a:lvl1pPr marL="252032" indent="-252032" algn="l" defTabSz="1008126" rtl="0" eaLnBrk="1" latinLnBrk="1" hangingPunct="1">
        <a:lnSpc>
          <a:spcPct val="90000"/>
        </a:lnSpc>
        <a:spcBef>
          <a:spcPts val="1103"/>
        </a:spcBef>
        <a:buFont typeface="Arial" panose="020B0604020202020204" pitchFamily="34" charset="0"/>
        <a:buChar char="•"/>
        <a:defRPr sz="3087" kern="1200">
          <a:solidFill>
            <a:schemeClr val="tx1"/>
          </a:solidFill>
          <a:latin typeface="+mn-lt"/>
          <a:ea typeface="+mn-ea"/>
          <a:cs typeface="+mn-cs"/>
        </a:defRPr>
      </a:lvl1pPr>
      <a:lvl2pPr marL="756095" indent="-252032" algn="l" defTabSz="1008126"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60158" indent="-252032" algn="l" defTabSz="1008126"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4221"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4pPr>
      <a:lvl5pPr marL="2268284"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5pPr>
      <a:lvl6pPr marL="2772347"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6pPr>
      <a:lvl7pPr marL="3276410"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7pPr>
      <a:lvl8pPr marL="3780473"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8pPr>
      <a:lvl9pPr marL="4284536"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9pPr>
    </p:bodyStyle>
    <p:otherStyle>
      <a:defPPr>
        <a:defRPr lang="en-US"/>
      </a:defPPr>
      <a:lvl1pPr marL="0" algn="l" defTabSz="1008126" rtl="0" eaLnBrk="1" latinLnBrk="1" hangingPunct="1">
        <a:defRPr sz="1985" kern="1200">
          <a:solidFill>
            <a:schemeClr val="tx1"/>
          </a:solidFill>
          <a:latin typeface="+mn-lt"/>
          <a:ea typeface="+mn-ea"/>
          <a:cs typeface="+mn-cs"/>
        </a:defRPr>
      </a:lvl1pPr>
      <a:lvl2pPr marL="504063" algn="l" defTabSz="1008126" rtl="0" eaLnBrk="1" latinLnBrk="1" hangingPunct="1">
        <a:defRPr sz="1985" kern="1200">
          <a:solidFill>
            <a:schemeClr val="tx1"/>
          </a:solidFill>
          <a:latin typeface="+mn-lt"/>
          <a:ea typeface="+mn-ea"/>
          <a:cs typeface="+mn-cs"/>
        </a:defRPr>
      </a:lvl2pPr>
      <a:lvl3pPr marL="1008126" algn="l" defTabSz="1008126" rtl="0" eaLnBrk="1" latinLnBrk="1" hangingPunct="1">
        <a:defRPr sz="1985" kern="1200">
          <a:solidFill>
            <a:schemeClr val="tx1"/>
          </a:solidFill>
          <a:latin typeface="+mn-lt"/>
          <a:ea typeface="+mn-ea"/>
          <a:cs typeface="+mn-cs"/>
        </a:defRPr>
      </a:lvl3pPr>
      <a:lvl4pPr marL="1512189" algn="l" defTabSz="1008126" rtl="0" eaLnBrk="1" latinLnBrk="1" hangingPunct="1">
        <a:defRPr sz="1985" kern="1200">
          <a:solidFill>
            <a:schemeClr val="tx1"/>
          </a:solidFill>
          <a:latin typeface="+mn-lt"/>
          <a:ea typeface="+mn-ea"/>
          <a:cs typeface="+mn-cs"/>
        </a:defRPr>
      </a:lvl4pPr>
      <a:lvl5pPr marL="2016252" algn="l" defTabSz="1008126" rtl="0" eaLnBrk="1" latinLnBrk="1" hangingPunct="1">
        <a:defRPr sz="1985" kern="1200">
          <a:solidFill>
            <a:schemeClr val="tx1"/>
          </a:solidFill>
          <a:latin typeface="+mn-lt"/>
          <a:ea typeface="+mn-ea"/>
          <a:cs typeface="+mn-cs"/>
        </a:defRPr>
      </a:lvl5pPr>
      <a:lvl6pPr marL="2520315" algn="l" defTabSz="1008126" rtl="0" eaLnBrk="1" latinLnBrk="1" hangingPunct="1">
        <a:defRPr sz="1985" kern="1200">
          <a:solidFill>
            <a:schemeClr val="tx1"/>
          </a:solidFill>
          <a:latin typeface="+mn-lt"/>
          <a:ea typeface="+mn-ea"/>
          <a:cs typeface="+mn-cs"/>
        </a:defRPr>
      </a:lvl6pPr>
      <a:lvl7pPr marL="3024378" algn="l" defTabSz="1008126" rtl="0" eaLnBrk="1" latinLnBrk="1" hangingPunct="1">
        <a:defRPr sz="1985" kern="1200">
          <a:solidFill>
            <a:schemeClr val="tx1"/>
          </a:solidFill>
          <a:latin typeface="+mn-lt"/>
          <a:ea typeface="+mn-ea"/>
          <a:cs typeface="+mn-cs"/>
        </a:defRPr>
      </a:lvl7pPr>
      <a:lvl8pPr marL="3528441" algn="l" defTabSz="1008126" rtl="0" eaLnBrk="1" latinLnBrk="1" hangingPunct="1">
        <a:defRPr sz="1985" kern="1200">
          <a:solidFill>
            <a:schemeClr val="tx1"/>
          </a:solidFill>
          <a:latin typeface="+mn-lt"/>
          <a:ea typeface="+mn-ea"/>
          <a:cs typeface="+mn-cs"/>
        </a:defRPr>
      </a:lvl8pPr>
      <a:lvl9pPr marL="4032504" algn="l" defTabSz="1008126" rtl="0" eaLnBrk="1" latinLnBrk="1" hangingPunct="1">
        <a:defRPr sz="198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534988" y="303213"/>
            <a:ext cx="9623425" cy="1260475"/>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534988" y="1763713"/>
            <a:ext cx="9623425" cy="4991100"/>
          </a:xfrm>
          <a:prstGeom prst="rect">
            <a:avLst/>
          </a:prstGeom>
        </p:spPr>
        <p:txBody>
          <a:bodyPr vert="horz" lIns="91440" tIns="45720" rIns="91440" bIns="45720" rtlCol="0">
            <a:normAutofit/>
          </a:body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
        <p:nvSpPr>
          <p:cNvPr id="4" name="날짜 개체 틀 3"/>
          <p:cNvSpPr>
            <a:spLocks noGrp="1"/>
          </p:cNvSpPr>
          <p:nvPr>
            <p:ph type="dt" sz="half" idx="2"/>
          </p:nvPr>
        </p:nvSpPr>
        <p:spPr>
          <a:xfrm>
            <a:off x="534988" y="7008813"/>
            <a:ext cx="2495550" cy="401637"/>
          </a:xfrm>
          <a:prstGeom prst="rect">
            <a:avLst/>
          </a:prstGeom>
        </p:spPr>
        <p:txBody>
          <a:bodyPr vert="horz" lIns="91440" tIns="45720" rIns="91440" bIns="45720" rtlCol="0" anchor="ctr"/>
          <a:lstStyle>
            <a:lvl1pPr marL="0" indent="0" algn="l">
              <a:buFont typeface="Arial" panose="020B0604020202020204" pitchFamily="34" charset="0"/>
              <a:buNone/>
              <a:defRPr sz="1200">
                <a:solidFill>
                  <a:schemeClr val="tx1">
                    <a:tint val="75000"/>
                  </a:schemeClr>
                </a:solidFill>
                <a:latin typeface="다키 B" pitchFamily="2" charset="-127"/>
                <a:ea typeface="다키 B" pitchFamily="2" charset="-127"/>
              </a:defRPr>
            </a:lvl1pPr>
          </a:lstStyle>
          <a:p>
            <a:fld id="{E3B99DD1-C01C-41AF-9B2F-192F1B152AF4}" type="datetimeFigureOut">
              <a:rPr lang="ko-KR" altLang="en-US" smtClean="0"/>
              <a:pPr/>
              <a:t>2026-07-08</a:t>
            </a:fld>
            <a:endParaRPr lang="ko-KR" altLang="en-US"/>
          </a:p>
        </p:txBody>
      </p:sp>
      <p:sp>
        <p:nvSpPr>
          <p:cNvPr id="5" name="바닥글 개체 틀 4"/>
          <p:cNvSpPr>
            <a:spLocks noGrp="1"/>
          </p:cNvSpPr>
          <p:nvPr>
            <p:ph type="ftr" sz="quarter" idx="3"/>
          </p:nvPr>
        </p:nvSpPr>
        <p:spPr>
          <a:xfrm>
            <a:off x="3652838" y="7008813"/>
            <a:ext cx="3387725" cy="401637"/>
          </a:xfrm>
          <a:prstGeom prst="rect">
            <a:avLst/>
          </a:prstGeom>
        </p:spPr>
        <p:txBody>
          <a:bodyPr vert="horz" lIns="91440" tIns="45720" rIns="91440" bIns="45720" rtlCol="0" anchor="ctr"/>
          <a:lstStyle>
            <a:lvl1pPr marL="0" indent="0" algn="ctr">
              <a:buFont typeface="Arial" panose="020B0604020202020204" pitchFamily="34" charset="0"/>
              <a:buNone/>
              <a:defRPr sz="1200">
                <a:solidFill>
                  <a:schemeClr val="tx1">
                    <a:tint val="75000"/>
                  </a:schemeClr>
                </a:solidFill>
                <a:latin typeface="다키 B" pitchFamily="2" charset="-127"/>
                <a:ea typeface="다키 B" pitchFamily="2" charset="-127"/>
              </a:defRPr>
            </a:lvl1pPr>
          </a:lstStyle>
          <a:p>
            <a:endParaRPr lang="ko-KR" altLang="en-US"/>
          </a:p>
        </p:txBody>
      </p:sp>
      <p:sp>
        <p:nvSpPr>
          <p:cNvPr id="6" name="슬라이드 번호 개체 틀 5"/>
          <p:cNvSpPr>
            <a:spLocks noGrp="1"/>
          </p:cNvSpPr>
          <p:nvPr>
            <p:ph type="sldNum" sz="quarter" idx="4"/>
          </p:nvPr>
        </p:nvSpPr>
        <p:spPr>
          <a:xfrm>
            <a:off x="7662863" y="7008813"/>
            <a:ext cx="2495550" cy="401637"/>
          </a:xfrm>
          <a:prstGeom prst="rect">
            <a:avLst/>
          </a:prstGeom>
        </p:spPr>
        <p:txBody>
          <a:bodyPr vert="horz" lIns="91440" tIns="45720" rIns="91440" bIns="45720" rtlCol="0" anchor="ctr"/>
          <a:lstStyle>
            <a:lvl1pPr marL="0" indent="0" algn="r">
              <a:buFont typeface="Arial" panose="020B0604020202020204" pitchFamily="34" charset="0"/>
              <a:buNone/>
              <a:defRPr sz="1200">
                <a:solidFill>
                  <a:schemeClr val="tx1">
                    <a:tint val="75000"/>
                  </a:schemeClr>
                </a:solidFill>
                <a:latin typeface="다키 B" pitchFamily="2" charset="-127"/>
                <a:ea typeface="다키 B" pitchFamily="2" charset="-127"/>
              </a:defRPr>
            </a:lvl1pPr>
          </a:lstStyle>
          <a:p>
            <a:fld id="{3DF03A29-5BD0-4F71-8B6E-031B88813414}" type="slidenum">
              <a:rPr lang="ko-KR" altLang="en-US" smtClean="0"/>
              <a:pPr/>
              <a:t>‹#›</a:t>
            </a:fld>
            <a:endParaRPr lang="ko-KR" altLang="en-US"/>
          </a:p>
        </p:txBody>
      </p:sp>
    </p:spTree>
    <p:extLst>
      <p:ext uri="{BB962C8B-B14F-4D97-AF65-F5344CB8AC3E}">
        <p14:creationId xmlns:p14="http://schemas.microsoft.com/office/powerpoint/2010/main" val="311366067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Lst>
  <p:timing>
    <p:tnLst>
      <p:par>
        <p:cTn id="1" dur="indefinite" restart="never" nodeType="tmRoot"/>
      </p:par>
    </p:tnLst>
  </p:timing>
  <p:txStyles>
    <p:titleStyle>
      <a:lvl1pPr marL="0" indent="0" algn="ctr" defTabSz="914400" rtl="0" eaLnBrk="1" latinLnBrk="1" hangingPunct="1">
        <a:spcBef>
          <a:spcPct val="0"/>
        </a:spcBef>
        <a:buFont typeface="Arial" panose="020B0604020202020204" pitchFamily="34" charset="0"/>
        <a:buNone/>
        <a:defRPr sz="4400" b="0" kern="1200">
          <a:solidFill>
            <a:schemeClr val="tx1"/>
          </a:solidFill>
          <a:latin typeface="다키 L" pitchFamily="2" charset="-127"/>
          <a:ea typeface="다키 L" pitchFamily="2" charset="-127"/>
          <a:cs typeface="+mj-cs"/>
        </a:defRPr>
      </a:lvl1pPr>
    </p:titleStyle>
    <p:bodyStyle>
      <a:lvl1pPr marL="0" indent="0" algn="l" defTabSz="914400" rtl="0" eaLnBrk="1" latinLnBrk="1" hangingPunct="1">
        <a:spcBef>
          <a:spcPct val="20000"/>
        </a:spcBef>
        <a:buFont typeface="Arial" panose="020B0604020202020204" pitchFamily="34" charset="0"/>
        <a:buNone/>
        <a:defRPr sz="3200" kern="1200">
          <a:solidFill>
            <a:schemeClr val="tx1"/>
          </a:solidFill>
          <a:latin typeface="다키 L" pitchFamily="2" charset="-127"/>
          <a:ea typeface="다키 L" pitchFamily="2" charset="-127"/>
          <a:cs typeface="+mn-cs"/>
        </a:defRPr>
      </a:lvl1pPr>
      <a:lvl2pPr marL="457200" indent="0" algn="l" defTabSz="914400" rtl="0" eaLnBrk="1" latinLnBrk="1" hangingPunct="1">
        <a:spcBef>
          <a:spcPct val="20000"/>
        </a:spcBef>
        <a:buFont typeface="Arial" panose="020B0604020202020204" pitchFamily="34" charset="0"/>
        <a:buNone/>
        <a:defRPr sz="2800" kern="1200">
          <a:solidFill>
            <a:schemeClr val="tx1"/>
          </a:solidFill>
          <a:latin typeface="다키 L" pitchFamily="2" charset="-127"/>
          <a:ea typeface="다키 L" pitchFamily="2" charset="-127"/>
          <a:cs typeface="+mn-cs"/>
        </a:defRPr>
      </a:lvl2pPr>
      <a:lvl3pPr marL="914400" indent="0" algn="l" defTabSz="914400" rtl="0" eaLnBrk="1" latinLnBrk="1" hangingPunct="1">
        <a:spcBef>
          <a:spcPct val="20000"/>
        </a:spcBef>
        <a:buFont typeface="Arial" panose="020B0604020202020204" pitchFamily="34" charset="0"/>
        <a:buNone/>
        <a:defRPr sz="2400" kern="1200">
          <a:solidFill>
            <a:schemeClr val="tx1"/>
          </a:solidFill>
          <a:latin typeface="다키 L" pitchFamily="2" charset="-127"/>
          <a:ea typeface="다키 L" pitchFamily="2" charset="-127"/>
          <a:cs typeface="+mn-cs"/>
        </a:defRPr>
      </a:lvl3pPr>
      <a:lvl4pPr marL="1371600" indent="0" algn="l" defTabSz="914400" rtl="0" eaLnBrk="1" latinLnBrk="1" hangingPunct="1">
        <a:spcBef>
          <a:spcPct val="20000"/>
        </a:spcBef>
        <a:buFont typeface="Arial" panose="020B0604020202020204" pitchFamily="34" charset="0"/>
        <a:buNone/>
        <a:defRPr sz="2000" kern="1200">
          <a:solidFill>
            <a:schemeClr val="tx1"/>
          </a:solidFill>
          <a:latin typeface="다키 L" pitchFamily="2" charset="-127"/>
          <a:ea typeface="다키 L" pitchFamily="2" charset="-127"/>
          <a:cs typeface="+mn-cs"/>
        </a:defRPr>
      </a:lvl4pPr>
      <a:lvl5pPr marL="1828800" indent="0" algn="l" defTabSz="914400" rtl="0" eaLnBrk="1" latinLnBrk="1" hangingPunct="1">
        <a:spcBef>
          <a:spcPct val="20000"/>
        </a:spcBef>
        <a:buFont typeface="Arial" panose="020B0604020202020204" pitchFamily="34" charset="0"/>
        <a:buNone/>
        <a:defRPr sz="2000" kern="1200">
          <a:solidFill>
            <a:schemeClr val="tx1"/>
          </a:solidFill>
          <a:latin typeface="다키 L" pitchFamily="2" charset="-127"/>
          <a:ea typeface="다키 L" pitchFamily="2"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ctrTitle"/>
          </p:nvPr>
        </p:nvSpPr>
        <p:spPr/>
        <p:txBody>
          <a:bodyPr/>
          <a:lstStyle/>
          <a:p>
            <a:r>
              <a:t>온라인 서점 'BO' 스키마 대상 메타데이터 역공학 및 트랜잭션 실증</a:t>
            </a:r>
            <a:endParaRPr lang="ko-KR" altLang="en-US" dirty="0"/>
          </a:p>
        </p:txBody>
      </p:sp>
      <p:sp>
        <p:nvSpPr>
          <p:cNvPr id="5" name="부제목 4"/>
          <p:cNvSpPr>
            <a:spLocks noGrp="1"/>
          </p:cNvSpPr>
          <p:nvPr>
            <p:ph type="subTitle" idx="1"/>
          </p:nvPr>
        </p:nvSpPr>
        <p:spPr/>
        <p:txBody>
          <a:bodyPr/>
          <a:lstStyle/>
          <a:p>
            <a:r>
              <a:rPr lang="en-US" altLang="ko-KR" dirty="0" smtClean="0"/>
              <a:t>DB</a:t>
            </a:r>
            <a:r>
              <a:rPr lang="ko-KR" altLang="en-US" dirty="0" err="1" smtClean="0"/>
              <a:t>운영팀</a:t>
            </a:r>
            <a:endParaRPr lang="ko-KR" altLang="en-US" dirty="0"/>
          </a:p>
        </p:txBody>
      </p:sp>
      <p:sp>
        <p:nvSpPr>
          <p:cNvPr id="6" name="텍스트 개체 틀 5"/>
          <p:cNvSpPr>
            <a:spLocks noGrp="1"/>
          </p:cNvSpPr>
          <p:nvPr>
            <p:ph type="body" sz="quarter" idx="11"/>
          </p:nvPr>
        </p:nvSpPr>
        <p:spPr/>
        <p:txBody>
          <a:bodyPr/>
          <a:lstStyle/>
          <a:p>
            <a:r>
              <a:rPr lang="ko-KR" altLang="en-US" smtClean="0"/>
              <a:t>박서진</a:t>
            </a:r>
            <a:endParaRPr lang="ko-KR" altLang="en-US" dirty="0"/>
          </a:p>
        </p:txBody>
      </p:sp>
      <p:sp>
        <p:nvSpPr>
          <p:cNvPr id="7" name="텍스트 개체 틀 6"/>
          <p:cNvSpPr>
            <a:spLocks noGrp="1"/>
          </p:cNvSpPr>
          <p:nvPr>
            <p:ph type="body" sz="quarter" idx="12"/>
          </p:nvPr>
        </p:nvSpPr>
        <p:spPr/>
        <p:txBody>
          <a:bodyPr/>
          <a:lstStyle/>
          <a:p>
            <a:r>
              <a:t>2026.07.15</a:t>
            </a:r>
            <a:endParaRPr lang="ko-KR" altLang="en-US" dirty="0"/>
          </a:p>
        </p:txBody>
      </p:sp>
      <p:sp>
        <p:nvSpPr>
          <p:cNvPr id="8" name="텍스트 개체 틀 7"/>
          <p:cNvSpPr>
            <a:spLocks noGrp="1"/>
          </p:cNvSpPr>
          <p:nvPr>
            <p:ph type="body" sz="quarter" idx="13"/>
          </p:nvPr>
        </p:nvSpPr>
        <p:spPr/>
        <p:txBody>
          <a:bodyPr/>
          <a:lstStyle/>
          <a:p>
            <a:r>
              <a:t>메타데이터 역공학을 통한 BO 스키마
구조 분석 및 트랜잭션 실증 보고서</a:t>
            </a:r>
            <a:endParaRPr lang="ko-KR" altLang="en-US" dirty="0"/>
          </a:p>
        </p:txBody>
      </p:sp>
    </p:spTree>
    <p:extLst>
      <p:ext uri="{BB962C8B-B14F-4D97-AF65-F5344CB8AC3E}">
        <p14:creationId xmlns:p14="http://schemas.microsoft.com/office/powerpoint/2010/main" val="2844764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3080654-3AE4-AFB4-67E2-5A3C3F5B0695}"/>
              </a:ext>
            </a:extLst>
          </p:cNvPr>
          <p:cNvSpPr>
            <a:spLocks noGrp="1"/>
          </p:cNvSpPr>
          <p:nvPr>
            <p:ph type="body" sz="quarter" idx="11"/>
          </p:nvPr>
        </p:nvSpPr>
        <p:spPr/>
        <p:txBody>
          <a:bodyPr/>
          <a:lstStyle/>
          <a:p>
            <a:r>
              <a:rPr lang="ko-KR" altLang="en-US" dirty="0">
                <a:latin typeface="+mj-ea"/>
                <a:ea typeface="+mj-ea"/>
              </a:rPr>
              <a:t>핵심 요약 및 </a:t>
            </a:r>
            <a:r>
              <a:rPr lang="en-US" altLang="ko-KR" dirty="0">
                <a:latin typeface="+mj-ea"/>
                <a:ea typeface="+mj-ea"/>
              </a:rPr>
              <a:t>3</a:t>
            </a:r>
            <a:r>
              <a:rPr lang="ko-KR" altLang="en-US" dirty="0">
                <a:latin typeface="+mj-ea"/>
                <a:ea typeface="+mj-ea"/>
              </a:rPr>
              <a:t>단계 추진 로드맵</a:t>
            </a:r>
            <a:endParaRPr lang="en-KR" dirty="0">
              <a:latin typeface="+mj-ea"/>
              <a:ea typeface="+mj-ea"/>
            </a:endParaRPr>
          </a:p>
        </p:txBody>
      </p:sp>
      <p:sp>
        <p:nvSpPr>
          <p:cNvPr id="5" name="Text Placeholder 4">
            <a:extLst>
              <a:ext uri="{FF2B5EF4-FFF2-40B4-BE49-F238E27FC236}">
                <a16:creationId xmlns:a16="http://schemas.microsoft.com/office/drawing/2014/main" id="{4A26F985-4124-5588-0090-5FE367C8FEA4}"/>
              </a:ext>
            </a:extLst>
          </p:cNvPr>
          <p:cNvSpPr>
            <a:spLocks noGrp="1"/>
          </p:cNvSpPr>
          <p:nvPr>
            <p:ph type="body" sz="quarter" idx="12"/>
          </p:nvPr>
        </p:nvSpPr>
        <p:spPr/>
        <p:txBody>
          <a:bodyPr anchor="ctr">
            <a:normAutofit fontScale="77500" lnSpcReduction="20000"/>
          </a:bodyPr>
          <a:lstStyle/>
          <a:p>
            <a:pPr>
              <a:lnSpc>
                <a:spcPct val="110000"/>
              </a:lnSpc>
            </a:pPr>
            <a:r>
              <a:rPr lang="en-US" altLang="ko-KR" sz="1800" dirty="0"/>
              <a:t>DB</a:t>
            </a:r>
            <a:r>
              <a:rPr lang="ko-KR" altLang="en-US" sz="1800" dirty="0"/>
              <a:t> 성능 이상은 갑자기 발견 되는 것이 아니라</a:t>
            </a:r>
            <a:r>
              <a:rPr lang="en-US" altLang="ko-KR" sz="1800" dirty="0"/>
              <a:t>,</a:t>
            </a:r>
          </a:p>
          <a:p>
            <a:pPr>
              <a:lnSpc>
                <a:spcPct val="110000"/>
              </a:lnSpc>
            </a:pPr>
            <a:r>
              <a:rPr lang="ko-KR" altLang="en-US" sz="1800" dirty="0"/>
              <a:t>평상시 축적한 </a:t>
            </a:r>
            <a:r>
              <a:rPr lang="en-US" altLang="ko-KR" sz="1800" dirty="0">
                <a:solidFill>
                  <a:srgbClr val="2482C8"/>
                </a:solidFill>
              </a:rPr>
              <a:t>Baseline</a:t>
            </a:r>
            <a:r>
              <a:rPr lang="ko-KR" altLang="en-US" sz="1800" dirty="0"/>
              <a:t>과 운영 이력 속에서 발견된다</a:t>
            </a:r>
            <a:r>
              <a:rPr lang="en-US" altLang="ko-KR" sz="1800" dirty="0"/>
              <a:t>.</a:t>
            </a:r>
            <a:endParaRPr lang="en-KR" altLang="ko-KR" sz="1800" dirty="0"/>
          </a:p>
        </p:txBody>
      </p:sp>
      <p:grpSp>
        <p:nvGrpSpPr>
          <p:cNvPr id="30" name="Group 29">
            <a:extLst>
              <a:ext uri="{FF2B5EF4-FFF2-40B4-BE49-F238E27FC236}">
                <a16:creationId xmlns:a16="http://schemas.microsoft.com/office/drawing/2014/main" id="{81F5CF2E-8A5E-F72B-0335-2DA8E8203D72}"/>
              </a:ext>
            </a:extLst>
          </p:cNvPr>
          <p:cNvGrpSpPr/>
          <p:nvPr/>
        </p:nvGrpSpPr>
        <p:grpSpPr>
          <a:xfrm>
            <a:off x="250280" y="2348677"/>
            <a:ext cx="3338280" cy="2385547"/>
            <a:chOff x="419595" y="3678299"/>
            <a:chExt cx="3338280" cy="2385547"/>
          </a:xfrm>
        </p:grpSpPr>
        <p:grpSp>
          <p:nvGrpSpPr>
            <p:cNvPr id="29" name="Group 28">
              <a:extLst>
                <a:ext uri="{FF2B5EF4-FFF2-40B4-BE49-F238E27FC236}">
                  <a16:creationId xmlns:a16="http://schemas.microsoft.com/office/drawing/2014/main" id="{6F57968B-5C14-CC30-61FA-0CAC9A314ADC}"/>
                </a:ext>
              </a:extLst>
            </p:cNvPr>
            <p:cNvGrpSpPr/>
            <p:nvPr/>
          </p:nvGrpSpPr>
          <p:grpSpPr>
            <a:xfrm>
              <a:off x="419595" y="3678299"/>
              <a:ext cx="3336858" cy="2385547"/>
              <a:chOff x="419595" y="3678299"/>
              <a:chExt cx="2899057" cy="2385547"/>
            </a:xfrm>
          </p:grpSpPr>
          <p:sp>
            <p:nvSpPr>
              <p:cNvPr id="24" name="Shape 35">
                <a:extLst>
                  <a:ext uri="{FF2B5EF4-FFF2-40B4-BE49-F238E27FC236}">
                    <a16:creationId xmlns:a16="http://schemas.microsoft.com/office/drawing/2014/main" id="{59367A40-DE96-EB1D-5376-1F0F7718E0F3}"/>
                  </a:ext>
                </a:extLst>
              </p:cNvPr>
              <p:cNvSpPr/>
              <p:nvPr/>
            </p:nvSpPr>
            <p:spPr>
              <a:xfrm>
                <a:off x="420825" y="3929654"/>
                <a:ext cx="2897826" cy="2134192"/>
              </a:xfrm>
              <a:prstGeom prst="roundRect">
                <a:avLst>
                  <a:gd name="adj" fmla="val 3602"/>
                </a:avLst>
              </a:prstGeom>
              <a:solidFill>
                <a:srgbClr val="FFFFFF"/>
              </a:solidFill>
              <a:ln w="5292">
                <a:solidFill>
                  <a:srgbClr val="70737C">
                    <a:alpha val="24000"/>
                  </a:srgbClr>
                </a:solidFill>
                <a:prstDash val="solid"/>
              </a:ln>
            </p:spPr>
            <p:txBody>
              <a:bodyPr/>
              <a:lstStyle/>
              <a:p>
                <a:endParaRPr lang="ko-KR" altLang="en-US"/>
              </a:p>
            </p:txBody>
          </p:sp>
          <p:sp>
            <p:nvSpPr>
              <p:cNvPr id="25" name="Shape 36">
                <a:extLst>
                  <a:ext uri="{FF2B5EF4-FFF2-40B4-BE49-F238E27FC236}">
                    <a16:creationId xmlns:a16="http://schemas.microsoft.com/office/drawing/2014/main" id="{09A16CA3-BAF3-5CAD-7134-A87D87275471}"/>
                  </a:ext>
                </a:extLst>
              </p:cNvPr>
              <p:cNvSpPr/>
              <p:nvPr/>
            </p:nvSpPr>
            <p:spPr>
              <a:xfrm>
                <a:off x="419595" y="3678299"/>
                <a:ext cx="2899057" cy="411734"/>
              </a:xfrm>
              <a:prstGeom prst="rect">
                <a:avLst/>
              </a:prstGeom>
              <a:solidFill>
                <a:srgbClr val="F2F3F5"/>
              </a:solidFill>
              <a:ln/>
            </p:spPr>
            <p:txBody>
              <a:bodyPr anchor="ctr"/>
              <a:lstStyle/>
              <a:p>
                <a:r>
                  <a:rPr lang="en-US" altLang="ko-KR" sz="1500" b="1" kern="0" spc="-18" dirty="0">
                    <a:solidFill>
                      <a:srgbClr val="171719"/>
                    </a:solidFill>
                    <a:ea typeface="다키 M" pitchFamily="2" charset="-127"/>
                    <a:cs typeface="Arial" pitchFamily="34" charset="-120"/>
                  </a:rPr>
                  <a:t>Step 1.</a:t>
                </a:r>
                <a:r>
                  <a:rPr lang="ko-KR" altLang="en-US" sz="1500" b="1" kern="0" spc="-18" dirty="0">
                    <a:solidFill>
                      <a:srgbClr val="171719"/>
                    </a:solidFill>
                    <a:ea typeface="다키 M" pitchFamily="2" charset="-127"/>
                    <a:cs typeface="Arial" pitchFamily="34" charset="-120"/>
                  </a:rPr>
                  <a:t> 초기 안정화</a:t>
                </a:r>
                <a:endParaRPr lang="en-US" sz="1500" b="1" dirty="0"/>
              </a:p>
            </p:txBody>
          </p:sp>
        </p:grpSp>
        <p:grpSp>
          <p:nvGrpSpPr>
            <p:cNvPr id="13" name="Group 12">
              <a:extLst>
                <a:ext uri="{FF2B5EF4-FFF2-40B4-BE49-F238E27FC236}">
                  <a16:creationId xmlns:a16="http://schemas.microsoft.com/office/drawing/2014/main" id="{065C5D9F-3652-4084-18F9-E80DA937B3DE}"/>
                </a:ext>
              </a:extLst>
            </p:cNvPr>
            <p:cNvGrpSpPr/>
            <p:nvPr/>
          </p:nvGrpSpPr>
          <p:grpSpPr>
            <a:xfrm>
              <a:off x="666453" y="4302671"/>
              <a:ext cx="3091422" cy="1189621"/>
              <a:chOff x="420827" y="4022628"/>
              <a:chExt cx="3134760" cy="1189621"/>
            </a:xfrm>
          </p:grpSpPr>
          <p:sp>
            <p:nvSpPr>
              <p:cNvPr id="10" name="TextBox 9">
                <a:extLst>
                  <a:ext uri="{FF2B5EF4-FFF2-40B4-BE49-F238E27FC236}">
                    <a16:creationId xmlns:a16="http://schemas.microsoft.com/office/drawing/2014/main" id="{91F01011-A417-F316-9957-7B3E94793D08}"/>
                  </a:ext>
                </a:extLst>
              </p:cNvPr>
              <p:cNvSpPr txBox="1"/>
              <p:nvPr/>
            </p:nvSpPr>
            <p:spPr>
              <a:xfrm>
                <a:off x="420827" y="4022628"/>
                <a:ext cx="3134760" cy="623248"/>
              </a:xfrm>
              <a:prstGeom prst="rect">
                <a:avLst/>
              </a:prstGeom>
              <a:noFill/>
            </p:spPr>
            <p:txBody>
              <a:bodyPr wrap="square">
                <a:spAutoFit/>
              </a:bodyPr>
              <a:lstStyle/>
              <a:p>
                <a:pPr>
                  <a:lnSpc>
                    <a:spcPct val="150000"/>
                  </a:lnSpc>
                </a:pPr>
                <a:r>
                  <a:rPr lang="ko-KR" altLang="en-US" sz="1200" b="1" dirty="0"/>
                  <a:t>핵심 업무 </a:t>
                </a:r>
                <a:r>
                  <a:rPr lang="en-US" altLang="ko-KR" sz="1200" b="1" dirty="0"/>
                  <a:t>SQL</a:t>
                </a:r>
                <a:r>
                  <a:rPr lang="ko-KR" altLang="en-US" sz="1200" b="1" dirty="0"/>
                  <a:t>의 성능 </a:t>
                </a:r>
                <a:r>
                  <a:rPr lang="en-US" altLang="ko-KR" sz="1200" b="1" dirty="0"/>
                  <a:t>Baseline</a:t>
                </a:r>
                <a:r>
                  <a:rPr lang="ko-KR" altLang="en-US" sz="1200" b="1" dirty="0"/>
                  <a:t>을 수립하고</a:t>
                </a:r>
                <a:r>
                  <a:rPr lang="en-US" altLang="ko-KR" sz="1200" b="1" dirty="0"/>
                  <a:t> </a:t>
                </a:r>
                <a:r>
                  <a:rPr lang="ko-KR" altLang="en-US" sz="1200" b="1" dirty="0"/>
                  <a:t>상황별 보고서 체계를 정착</a:t>
                </a:r>
                <a:endParaRPr lang="en-US" altLang="ko-KR" sz="1200" b="1" dirty="0"/>
              </a:p>
            </p:txBody>
          </p:sp>
          <p:sp>
            <p:nvSpPr>
              <p:cNvPr id="11" name="TextBox 10">
                <a:extLst>
                  <a:ext uri="{FF2B5EF4-FFF2-40B4-BE49-F238E27FC236}">
                    <a16:creationId xmlns:a16="http://schemas.microsoft.com/office/drawing/2014/main" id="{4D3BB06B-26E6-5FE5-2E82-9556FAD8358E}"/>
                  </a:ext>
                </a:extLst>
              </p:cNvPr>
              <p:cNvSpPr txBox="1"/>
              <p:nvPr/>
            </p:nvSpPr>
            <p:spPr>
              <a:xfrm>
                <a:off x="420827" y="4633244"/>
                <a:ext cx="3134760" cy="57900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ko-KR" altLang="en-US" sz="1100" dirty="0" err="1">
                    <a:solidFill>
                      <a:schemeClr val="bg1">
                        <a:lumMod val="50000"/>
                      </a:schemeClr>
                    </a:solidFill>
                    <a:ea typeface="+mj-ea"/>
                  </a:rPr>
                  <a:t>주문・체결・조회</a:t>
                </a:r>
                <a:r>
                  <a:rPr lang="ko-KR" altLang="en-US" sz="1100" dirty="0">
                    <a:solidFill>
                      <a:schemeClr val="bg1">
                        <a:lumMod val="50000"/>
                      </a:schemeClr>
                    </a:solidFill>
                    <a:ea typeface="+mj-ea"/>
                  </a:rPr>
                  <a:t> </a:t>
                </a:r>
                <a:r>
                  <a:rPr lang="en-US" altLang="ko-KR" sz="1100" dirty="0">
                    <a:solidFill>
                      <a:schemeClr val="bg1">
                        <a:lumMod val="50000"/>
                      </a:schemeClr>
                    </a:solidFill>
                    <a:ea typeface="+mj-ea"/>
                  </a:rPr>
                  <a:t>SQL</a:t>
                </a:r>
                <a:r>
                  <a:rPr lang="ko-KR" altLang="en-US" sz="1100" dirty="0">
                    <a:solidFill>
                      <a:schemeClr val="bg1">
                        <a:lumMod val="50000"/>
                      </a:schemeClr>
                    </a:solidFill>
                    <a:ea typeface="+mj-ea"/>
                  </a:rPr>
                  <a:t>기준</a:t>
                </a:r>
                <a:r>
                  <a:rPr lang="en-US" altLang="ko-KR" sz="1100" dirty="0">
                    <a:solidFill>
                      <a:schemeClr val="bg1">
                        <a:lumMod val="50000"/>
                      </a:schemeClr>
                    </a:solidFill>
                    <a:ea typeface="+mj-ea"/>
                  </a:rPr>
                  <a:t>(Baseline) </a:t>
                </a:r>
                <a:r>
                  <a:rPr lang="ko-KR" altLang="en-US" sz="1100" dirty="0">
                    <a:solidFill>
                      <a:schemeClr val="bg1">
                        <a:lumMod val="50000"/>
                      </a:schemeClr>
                    </a:solidFill>
                    <a:ea typeface="+mj-ea"/>
                  </a:rPr>
                  <a:t>측정</a:t>
                </a:r>
                <a:endParaRPr lang="en-US" altLang="ko-KR" sz="1100" dirty="0">
                  <a:solidFill>
                    <a:schemeClr val="bg1">
                      <a:lumMod val="50000"/>
                    </a:schemeClr>
                  </a:solidFill>
                  <a:ea typeface="+mj-ea"/>
                </a:endParaRPr>
              </a:p>
              <a:p>
                <a:pPr marL="171450" indent="-171450">
                  <a:lnSpc>
                    <a:spcPct val="150000"/>
                  </a:lnSpc>
                  <a:buFont typeface="Arial" panose="020B0604020202020204" pitchFamily="34" charset="0"/>
                  <a:buChar char="•"/>
                </a:pPr>
                <a:r>
                  <a:rPr lang="ko-KR" altLang="en-US" sz="1100" dirty="0">
                    <a:solidFill>
                      <a:schemeClr val="bg1">
                        <a:lumMod val="50000"/>
                      </a:schemeClr>
                    </a:solidFill>
                    <a:ea typeface="+mj-ea"/>
                  </a:rPr>
                  <a:t>상황별 양식 표준화</a:t>
                </a:r>
                <a:endParaRPr lang="en-US" altLang="ko-KR" sz="1100" dirty="0">
                  <a:solidFill>
                    <a:schemeClr val="bg1">
                      <a:lumMod val="50000"/>
                    </a:schemeClr>
                  </a:solidFill>
                  <a:ea typeface="+mj-ea"/>
                </a:endParaRPr>
              </a:p>
            </p:txBody>
          </p:sp>
        </p:grpSp>
      </p:grpSp>
      <p:grpSp>
        <p:nvGrpSpPr>
          <p:cNvPr id="28" name="Group 27">
            <a:extLst>
              <a:ext uri="{FF2B5EF4-FFF2-40B4-BE49-F238E27FC236}">
                <a16:creationId xmlns:a16="http://schemas.microsoft.com/office/drawing/2014/main" id="{8D7DE0E0-58ED-627B-684D-341471B7BB59}"/>
              </a:ext>
            </a:extLst>
          </p:cNvPr>
          <p:cNvGrpSpPr/>
          <p:nvPr/>
        </p:nvGrpSpPr>
        <p:grpSpPr>
          <a:xfrm>
            <a:off x="7106260" y="2354274"/>
            <a:ext cx="3336861" cy="2379950"/>
            <a:chOff x="7713373" y="3683896"/>
            <a:chExt cx="2899063" cy="2379950"/>
          </a:xfrm>
        </p:grpSpPr>
        <p:sp>
          <p:nvSpPr>
            <p:cNvPr id="21" name="Shape 35">
              <a:extLst>
                <a:ext uri="{FF2B5EF4-FFF2-40B4-BE49-F238E27FC236}">
                  <a16:creationId xmlns:a16="http://schemas.microsoft.com/office/drawing/2014/main" id="{5D137877-A69A-F20C-95F2-E28EF8E1AD5F}"/>
                </a:ext>
              </a:extLst>
            </p:cNvPr>
            <p:cNvSpPr/>
            <p:nvPr/>
          </p:nvSpPr>
          <p:spPr>
            <a:xfrm>
              <a:off x="7713374" y="4022627"/>
              <a:ext cx="2899062" cy="2041219"/>
            </a:xfrm>
            <a:prstGeom prst="roundRect">
              <a:avLst>
                <a:gd name="adj" fmla="val 3602"/>
              </a:avLst>
            </a:prstGeom>
            <a:solidFill>
              <a:srgbClr val="FFFFFF"/>
            </a:solidFill>
            <a:ln w="5292">
              <a:solidFill>
                <a:srgbClr val="70737C">
                  <a:alpha val="24000"/>
                </a:srgbClr>
              </a:solidFill>
              <a:prstDash val="solid"/>
            </a:ln>
          </p:spPr>
          <p:txBody>
            <a:bodyPr/>
            <a:lstStyle/>
            <a:p>
              <a:endParaRPr lang="ko-KR" altLang="en-US"/>
            </a:p>
          </p:txBody>
        </p:sp>
        <p:sp>
          <p:nvSpPr>
            <p:cNvPr id="20" name="Shape 36">
              <a:extLst>
                <a:ext uri="{FF2B5EF4-FFF2-40B4-BE49-F238E27FC236}">
                  <a16:creationId xmlns:a16="http://schemas.microsoft.com/office/drawing/2014/main" id="{DB21D727-0CF1-71FB-00A6-48C94F4B3CFF}"/>
                </a:ext>
              </a:extLst>
            </p:cNvPr>
            <p:cNvSpPr/>
            <p:nvPr/>
          </p:nvSpPr>
          <p:spPr>
            <a:xfrm>
              <a:off x="7713373" y="3683896"/>
              <a:ext cx="2899061" cy="411734"/>
            </a:xfrm>
            <a:prstGeom prst="rect">
              <a:avLst/>
            </a:prstGeom>
            <a:solidFill>
              <a:srgbClr val="F2F3F5"/>
            </a:solidFill>
            <a:ln/>
          </p:spPr>
          <p:txBody>
            <a:bodyPr anchor="ctr"/>
            <a:lstStyle/>
            <a:p>
              <a:r>
                <a:rPr lang="en-US" altLang="ko-KR" sz="1500" b="1" kern="0" spc="-18" dirty="0">
                  <a:solidFill>
                    <a:srgbClr val="171719"/>
                  </a:solidFill>
                  <a:ea typeface="다키 M" pitchFamily="2" charset="-127"/>
                  <a:cs typeface="Arial" pitchFamily="34" charset="-120"/>
                </a:rPr>
                <a:t>Step 3.</a:t>
              </a:r>
              <a:r>
                <a:rPr lang="ko-KR" altLang="en-US" sz="1500" b="1" kern="0" spc="-18" dirty="0">
                  <a:solidFill>
                    <a:srgbClr val="171719"/>
                  </a:solidFill>
                  <a:ea typeface="다키 M" pitchFamily="2" charset="-127"/>
                  <a:cs typeface="Arial" pitchFamily="34" charset="-120"/>
                </a:rPr>
                <a:t> </a:t>
              </a:r>
              <a:r>
                <a:rPr lang="en-US" sz="1500" b="1" kern="0" spc="-18" dirty="0" err="1">
                  <a:solidFill>
                    <a:srgbClr val="171719"/>
                  </a:solidFill>
                  <a:ea typeface="다키 M" pitchFamily="2" charset="-127"/>
                  <a:cs typeface="Arial" pitchFamily="34" charset="-120"/>
                </a:rPr>
                <a:t>장기</a:t>
              </a:r>
              <a:r>
                <a:rPr lang="en-US" sz="1500" b="1" kern="0" spc="-18" dirty="0">
                  <a:solidFill>
                    <a:srgbClr val="171719"/>
                  </a:solidFill>
                  <a:ea typeface="다키 M" pitchFamily="2" charset="-127"/>
                  <a:cs typeface="Arial" pitchFamily="34" charset="-120"/>
                </a:rPr>
                <a:t> </a:t>
              </a:r>
              <a:r>
                <a:rPr lang="en-US" sz="1500" b="1" kern="0" spc="-18" dirty="0" err="1">
                  <a:solidFill>
                    <a:srgbClr val="171719"/>
                  </a:solidFill>
                  <a:ea typeface="다키 M" pitchFamily="2" charset="-127"/>
                  <a:cs typeface="Arial" pitchFamily="34" charset="-120"/>
                </a:rPr>
                <a:t>고도화</a:t>
              </a:r>
              <a:endParaRPr lang="en-US" sz="1500" b="1" dirty="0"/>
            </a:p>
          </p:txBody>
        </p:sp>
      </p:grpSp>
      <p:grpSp>
        <p:nvGrpSpPr>
          <p:cNvPr id="14" name="Group 13">
            <a:extLst>
              <a:ext uri="{FF2B5EF4-FFF2-40B4-BE49-F238E27FC236}">
                <a16:creationId xmlns:a16="http://schemas.microsoft.com/office/drawing/2014/main" id="{57E25FE6-5B43-65D1-70FE-A08AEC62893D}"/>
              </a:ext>
            </a:extLst>
          </p:cNvPr>
          <p:cNvGrpSpPr/>
          <p:nvPr/>
        </p:nvGrpSpPr>
        <p:grpSpPr>
          <a:xfrm>
            <a:off x="7352716" y="2972568"/>
            <a:ext cx="2629483" cy="1189621"/>
            <a:chOff x="420825" y="4022628"/>
            <a:chExt cx="4274778" cy="1189621"/>
          </a:xfrm>
        </p:grpSpPr>
        <p:sp>
          <p:nvSpPr>
            <p:cNvPr id="15" name="TextBox 14">
              <a:extLst>
                <a:ext uri="{FF2B5EF4-FFF2-40B4-BE49-F238E27FC236}">
                  <a16:creationId xmlns:a16="http://schemas.microsoft.com/office/drawing/2014/main" id="{4D79B9AB-CB45-C235-9A6D-5781CA54B30D}"/>
                </a:ext>
              </a:extLst>
            </p:cNvPr>
            <p:cNvSpPr txBox="1"/>
            <p:nvPr/>
          </p:nvSpPr>
          <p:spPr>
            <a:xfrm>
              <a:off x="420825" y="4022628"/>
              <a:ext cx="4274778" cy="620298"/>
            </a:xfrm>
            <a:prstGeom prst="rect">
              <a:avLst/>
            </a:prstGeom>
            <a:noFill/>
          </p:spPr>
          <p:txBody>
            <a:bodyPr wrap="square">
              <a:spAutoFit/>
            </a:bodyPr>
            <a:lstStyle/>
            <a:p>
              <a:pPr>
                <a:lnSpc>
                  <a:spcPct val="150000"/>
                </a:lnSpc>
              </a:pPr>
              <a:r>
                <a:rPr lang="en-US" sz="1200" b="1" kern="0" spc="-19" dirty="0">
                  <a:solidFill>
                    <a:srgbClr val="171719"/>
                  </a:solidFill>
                  <a:ea typeface="다키 M" pitchFamily="2" charset="-127"/>
                  <a:cs typeface="Arial" pitchFamily="34" charset="-120"/>
                </a:rPr>
                <a:t>AI </a:t>
              </a:r>
              <a:r>
                <a:rPr lang="en-US" sz="1200" b="1" kern="0" spc="-19" dirty="0" err="1">
                  <a:solidFill>
                    <a:srgbClr val="171719"/>
                  </a:solidFill>
                  <a:ea typeface="다키 M" pitchFamily="2" charset="-127"/>
                  <a:cs typeface="Arial" pitchFamily="34" charset="-120"/>
                </a:rPr>
                <a:t>기반</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탐지와</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예측으로</a:t>
              </a:r>
              <a:r>
                <a:rPr lang="en-US" sz="1200" b="1" kern="0" spc="-19" dirty="0">
                  <a:solidFill>
                    <a:srgbClr val="171719"/>
                  </a:solidFill>
                  <a:ea typeface="다키 M" pitchFamily="2" charset="-127"/>
                  <a:cs typeface="Arial" pitchFamily="34" charset="-120"/>
                </a:rPr>
                <a:t> </a:t>
              </a:r>
            </a:p>
            <a:p>
              <a:pPr>
                <a:lnSpc>
                  <a:spcPct val="150000"/>
                </a:lnSpc>
              </a:pPr>
              <a:r>
                <a:rPr lang="en-US" sz="1200" b="1" kern="0" spc="-19" dirty="0" err="1">
                  <a:solidFill>
                    <a:srgbClr val="171719"/>
                  </a:solidFill>
                  <a:ea typeface="다키 M" pitchFamily="2" charset="-127"/>
                  <a:cs typeface="Arial" pitchFamily="34" charset="-120"/>
                </a:rPr>
                <a:t>성능관리를</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자동화·고도화</a:t>
              </a:r>
              <a:endParaRPr lang="en-US" sz="1200" dirty="0"/>
            </a:p>
          </p:txBody>
        </p:sp>
        <p:sp>
          <p:nvSpPr>
            <p:cNvPr id="16" name="TextBox 15">
              <a:extLst>
                <a:ext uri="{FF2B5EF4-FFF2-40B4-BE49-F238E27FC236}">
                  <a16:creationId xmlns:a16="http://schemas.microsoft.com/office/drawing/2014/main" id="{8695D762-BFBA-1224-569F-2D6A3F69CC41}"/>
                </a:ext>
              </a:extLst>
            </p:cNvPr>
            <p:cNvSpPr txBox="1"/>
            <p:nvPr/>
          </p:nvSpPr>
          <p:spPr>
            <a:xfrm>
              <a:off x="420827" y="4633244"/>
              <a:ext cx="3134760" cy="57900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100" kern="0" spc="-16" dirty="0" err="1">
                  <a:solidFill>
                    <a:schemeClr val="bg1">
                      <a:lumMod val="50000"/>
                    </a:schemeClr>
                  </a:solidFill>
                  <a:ea typeface="다키 M" pitchFamily="2" charset="-127"/>
                  <a:cs typeface="Arial" pitchFamily="34" charset="-120"/>
                </a:rPr>
                <a:t>비정상</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패턴</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자동</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탐지</a:t>
              </a:r>
              <a:endParaRPr lang="en-US" sz="1100" kern="0" spc="-16" dirty="0">
                <a:solidFill>
                  <a:schemeClr val="bg1">
                    <a:lumMod val="50000"/>
                  </a:schemeClr>
                </a:solidFill>
                <a:ea typeface="다키 M" pitchFamily="2" charset="-127"/>
                <a:cs typeface="Arial" pitchFamily="34" charset="-120"/>
              </a:endParaRPr>
            </a:p>
            <a:p>
              <a:pPr marL="171450" indent="-171450">
                <a:lnSpc>
                  <a:spcPct val="150000"/>
                </a:lnSpc>
                <a:buFont typeface="Arial" panose="020B0604020202020204" pitchFamily="34" charset="0"/>
                <a:buChar char="•"/>
              </a:pPr>
              <a:r>
                <a:rPr lang="en-US" sz="1100" kern="0" spc="-16" dirty="0" err="1">
                  <a:solidFill>
                    <a:schemeClr val="bg1">
                      <a:lumMod val="50000"/>
                    </a:schemeClr>
                  </a:solidFill>
                  <a:ea typeface="다키 M" pitchFamily="2" charset="-127"/>
                  <a:cs typeface="Arial" pitchFamily="34" charset="-120"/>
                </a:rPr>
                <a:t>용량</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예측·보고</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자동화</a:t>
              </a:r>
              <a:endParaRPr lang="en-US" sz="1100" dirty="0">
                <a:solidFill>
                  <a:schemeClr val="bg1">
                    <a:lumMod val="50000"/>
                  </a:schemeClr>
                </a:solidFill>
              </a:endParaRPr>
            </a:p>
          </p:txBody>
        </p:sp>
      </p:grpSp>
      <p:grpSp>
        <p:nvGrpSpPr>
          <p:cNvPr id="31" name="Group 30">
            <a:extLst>
              <a:ext uri="{FF2B5EF4-FFF2-40B4-BE49-F238E27FC236}">
                <a16:creationId xmlns:a16="http://schemas.microsoft.com/office/drawing/2014/main" id="{C1BF881F-08C1-BBC5-39D0-7449AE24B00B}"/>
              </a:ext>
            </a:extLst>
          </p:cNvPr>
          <p:cNvGrpSpPr/>
          <p:nvPr/>
        </p:nvGrpSpPr>
        <p:grpSpPr>
          <a:xfrm>
            <a:off x="3678978" y="2354274"/>
            <a:ext cx="3336863" cy="2379950"/>
            <a:chOff x="4205009" y="3683896"/>
            <a:chExt cx="3336863" cy="2379950"/>
          </a:xfrm>
        </p:grpSpPr>
        <p:grpSp>
          <p:nvGrpSpPr>
            <p:cNvPr id="27" name="Group 26">
              <a:extLst>
                <a:ext uri="{FF2B5EF4-FFF2-40B4-BE49-F238E27FC236}">
                  <a16:creationId xmlns:a16="http://schemas.microsoft.com/office/drawing/2014/main" id="{06CE4365-8BD1-D032-8CA5-1B990BD19DC1}"/>
                </a:ext>
              </a:extLst>
            </p:cNvPr>
            <p:cNvGrpSpPr/>
            <p:nvPr/>
          </p:nvGrpSpPr>
          <p:grpSpPr>
            <a:xfrm>
              <a:off x="4205009" y="3683896"/>
              <a:ext cx="3336863" cy="2379950"/>
              <a:chOff x="4205009" y="3683896"/>
              <a:chExt cx="2899063" cy="2379950"/>
            </a:xfrm>
          </p:grpSpPr>
          <p:sp>
            <p:nvSpPr>
              <p:cNvPr id="22" name="Shape 35">
                <a:extLst>
                  <a:ext uri="{FF2B5EF4-FFF2-40B4-BE49-F238E27FC236}">
                    <a16:creationId xmlns:a16="http://schemas.microsoft.com/office/drawing/2014/main" id="{513B9CBD-CD06-F164-0A56-6403FC1451EA}"/>
                  </a:ext>
                </a:extLst>
              </p:cNvPr>
              <p:cNvSpPr/>
              <p:nvPr/>
            </p:nvSpPr>
            <p:spPr>
              <a:xfrm>
                <a:off x="4205010" y="4022627"/>
                <a:ext cx="2899062" cy="2041219"/>
              </a:xfrm>
              <a:prstGeom prst="roundRect">
                <a:avLst>
                  <a:gd name="adj" fmla="val 3602"/>
                </a:avLst>
              </a:prstGeom>
              <a:solidFill>
                <a:srgbClr val="FFFFFF"/>
              </a:solidFill>
              <a:ln w="5292">
                <a:solidFill>
                  <a:srgbClr val="70737C">
                    <a:alpha val="24000"/>
                  </a:srgbClr>
                </a:solidFill>
                <a:prstDash val="solid"/>
              </a:ln>
            </p:spPr>
            <p:txBody>
              <a:bodyPr/>
              <a:lstStyle/>
              <a:p>
                <a:endParaRPr lang="ko-KR" altLang="en-US"/>
              </a:p>
            </p:txBody>
          </p:sp>
          <p:sp>
            <p:nvSpPr>
              <p:cNvPr id="23" name="Shape 36">
                <a:extLst>
                  <a:ext uri="{FF2B5EF4-FFF2-40B4-BE49-F238E27FC236}">
                    <a16:creationId xmlns:a16="http://schemas.microsoft.com/office/drawing/2014/main" id="{182500BB-A2B0-3D66-6AE7-001A33BFA9D5}"/>
                  </a:ext>
                </a:extLst>
              </p:cNvPr>
              <p:cNvSpPr/>
              <p:nvPr/>
            </p:nvSpPr>
            <p:spPr>
              <a:xfrm>
                <a:off x="4205009" y="3683896"/>
                <a:ext cx="2899061" cy="411734"/>
              </a:xfrm>
              <a:prstGeom prst="rect">
                <a:avLst/>
              </a:prstGeom>
              <a:solidFill>
                <a:srgbClr val="F2F3F5"/>
              </a:solidFill>
              <a:ln/>
            </p:spPr>
            <p:txBody>
              <a:bodyPr anchor="ctr"/>
              <a:lstStyle/>
              <a:p>
                <a:r>
                  <a:rPr lang="en-US" altLang="ko-KR" sz="1500" b="1" kern="0" spc="-18" dirty="0">
                    <a:solidFill>
                      <a:srgbClr val="171719"/>
                    </a:solidFill>
                    <a:ea typeface="다키 M" pitchFamily="2" charset="-127"/>
                    <a:cs typeface="Arial" pitchFamily="34" charset="-120"/>
                  </a:rPr>
                  <a:t>Step 2.</a:t>
                </a:r>
                <a:r>
                  <a:rPr lang="ko-KR" altLang="en-US" sz="1500" b="1" kern="0" spc="-18" dirty="0">
                    <a:solidFill>
                      <a:srgbClr val="171719"/>
                    </a:solidFill>
                    <a:ea typeface="다키 M" pitchFamily="2" charset="-127"/>
                    <a:cs typeface="Arial" pitchFamily="34" charset="-120"/>
                  </a:rPr>
                  <a:t> 운영 체계화</a:t>
                </a:r>
                <a:endParaRPr lang="en-US" sz="1500" b="1" dirty="0"/>
              </a:p>
            </p:txBody>
          </p:sp>
        </p:grpSp>
        <p:grpSp>
          <p:nvGrpSpPr>
            <p:cNvPr id="17" name="Group 16">
              <a:extLst>
                <a:ext uri="{FF2B5EF4-FFF2-40B4-BE49-F238E27FC236}">
                  <a16:creationId xmlns:a16="http://schemas.microsoft.com/office/drawing/2014/main" id="{AB2DD4D6-CCF5-11EA-2BBB-3F51216AC951}"/>
                </a:ext>
              </a:extLst>
            </p:cNvPr>
            <p:cNvGrpSpPr/>
            <p:nvPr/>
          </p:nvGrpSpPr>
          <p:grpSpPr>
            <a:xfrm>
              <a:off x="4455582" y="4302190"/>
              <a:ext cx="2814149" cy="1189621"/>
              <a:chOff x="420827" y="4022628"/>
              <a:chExt cx="3998404" cy="1189621"/>
            </a:xfrm>
          </p:grpSpPr>
          <p:sp>
            <p:nvSpPr>
              <p:cNvPr id="18" name="TextBox 17">
                <a:extLst>
                  <a:ext uri="{FF2B5EF4-FFF2-40B4-BE49-F238E27FC236}">
                    <a16:creationId xmlns:a16="http://schemas.microsoft.com/office/drawing/2014/main" id="{3786C568-E66F-4F8B-88AC-2DD42CE75AEA}"/>
                  </a:ext>
                </a:extLst>
              </p:cNvPr>
              <p:cNvSpPr txBox="1"/>
              <p:nvPr/>
            </p:nvSpPr>
            <p:spPr>
              <a:xfrm>
                <a:off x="420827" y="4022628"/>
                <a:ext cx="3998404" cy="620298"/>
              </a:xfrm>
              <a:prstGeom prst="rect">
                <a:avLst/>
              </a:prstGeom>
              <a:noFill/>
            </p:spPr>
            <p:txBody>
              <a:bodyPr wrap="square">
                <a:spAutoFit/>
              </a:bodyPr>
              <a:lstStyle/>
              <a:p>
                <a:pPr>
                  <a:lnSpc>
                    <a:spcPct val="150000"/>
                  </a:lnSpc>
                </a:pPr>
                <a:r>
                  <a:rPr lang="en-US" sz="1200" b="1" kern="0" spc="-19" dirty="0" err="1">
                    <a:solidFill>
                      <a:srgbClr val="171719"/>
                    </a:solidFill>
                    <a:ea typeface="다키 M" pitchFamily="2" charset="-127"/>
                    <a:cs typeface="Arial" pitchFamily="34" charset="-120"/>
                  </a:rPr>
                  <a:t>표준</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절차와</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상관분석으로</a:t>
                </a:r>
                <a:r>
                  <a:rPr lang="en-US" sz="1200" b="1" kern="0" spc="-19" dirty="0">
                    <a:solidFill>
                      <a:srgbClr val="171719"/>
                    </a:solidFill>
                    <a:ea typeface="다키 M" pitchFamily="2" charset="-127"/>
                    <a:cs typeface="Arial" pitchFamily="34" charset="-120"/>
                  </a:rPr>
                  <a:t> </a:t>
                </a:r>
              </a:p>
              <a:p>
                <a:pPr>
                  <a:lnSpc>
                    <a:spcPct val="150000"/>
                  </a:lnSpc>
                </a:pPr>
                <a:r>
                  <a:rPr lang="en-US" sz="1200" b="1" kern="0" spc="-19" dirty="0" err="1">
                    <a:solidFill>
                      <a:srgbClr val="171719"/>
                    </a:solidFill>
                    <a:ea typeface="다키 M" pitchFamily="2" charset="-127"/>
                    <a:cs typeface="Arial" pitchFamily="34" charset="-120"/>
                  </a:rPr>
                  <a:t>일관된</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운영·대응</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체계를</a:t>
                </a:r>
                <a:r>
                  <a:rPr lang="en-US" sz="1200" b="1" kern="0" spc="-19" dirty="0">
                    <a:solidFill>
                      <a:srgbClr val="171719"/>
                    </a:solidFill>
                    <a:ea typeface="다키 M" pitchFamily="2" charset="-127"/>
                    <a:cs typeface="Arial" pitchFamily="34" charset="-120"/>
                  </a:rPr>
                  <a:t> </a:t>
                </a:r>
                <a:r>
                  <a:rPr lang="en-US" sz="1200" b="1" kern="0" spc="-19" dirty="0" err="1">
                    <a:solidFill>
                      <a:srgbClr val="171719"/>
                    </a:solidFill>
                    <a:ea typeface="다키 M" pitchFamily="2" charset="-127"/>
                    <a:cs typeface="Arial" pitchFamily="34" charset="-120"/>
                  </a:rPr>
                  <a:t>확</a:t>
                </a:r>
                <a:r>
                  <a:rPr lang="ko-KR" altLang="en-US" sz="1200" b="1" kern="0" spc="-19" dirty="0">
                    <a:solidFill>
                      <a:srgbClr val="171719"/>
                    </a:solidFill>
                    <a:ea typeface="다키 M" pitchFamily="2" charset="-127"/>
                    <a:cs typeface="Arial" pitchFamily="34" charset="-120"/>
                  </a:rPr>
                  <a:t>립</a:t>
                </a:r>
                <a:endParaRPr lang="en-US" sz="1200" dirty="0"/>
              </a:p>
            </p:txBody>
          </p:sp>
          <p:sp>
            <p:nvSpPr>
              <p:cNvPr id="19" name="TextBox 18">
                <a:extLst>
                  <a:ext uri="{FF2B5EF4-FFF2-40B4-BE49-F238E27FC236}">
                    <a16:creationId xmlns:a16="http://schemas.microsoft.com/office/drawing/2014/main" id="{88803EF4-685B-12C8-8C26-D6DB9A1C1A10}"/>
                  </a:ext>
                </a:extLst>
              </p:cNvPr>
              <p:cNvSpPr txBox="1"/>
              <p:nvPr/>
            </p:nvSpPr>
            <p:spPr>
              <a:xfrm>
                <a:off x="420827" y="4633244"/>
                <a:ext cx="3134760" cy="57900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100" kern="0" spc="-16" dirty="0">
                    <a:solidFill>
                      <a:schemeClr val="bg1">
                        <a:lumMod val="50000"/>
                      </a:schemeClr>
                    </a:solidFill>
                    <a:ea typeface="다키 M" pitchFamily="2" charset="-127"/>
                    <a:cs typeface="Arial" pitchFamily="34" charset="-120"/>
                  </a:rPr>
                  <a:t>SOP·MOP·EOP </a:t>
                </a:r>
                <a:r>
                  <a:rPr lang="en-US" sz="1100" kern="0" spc="-16" dirty="0" err="1">
                    <a:solidFill>
                      <a:schemeClr val="bg1">
                        <a:lumMod val="50000"/>
                      </a:schemeClr>
                    </a:solidFill>
                    <a:ea typeface="다키 M" pitchFamily="2" charset="-127"/>
                    <a:cs typeface="Arial" pitchFamily="34" charset="-120"/>
                  </a:rPr>
                  <a:t>기반</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통제</a:t>
                </a:r>
                <a:endParaRPr lang="en-US" sz="1100" kern="0" spc="-16" dirty="0">
                  <a:solidFill>
                    <a:schemeClr val="bg1">
                      <a:lumMod val="50000"/>
                    </a:schemeClr>
                  </a:solidFill>
                  <a:ea typeface="다키 M" pitchFamily="2" charset="-127"/>
                  <a:cs typeface="Arial" pitchFamily="34" charset="-120"/>
                </a:endParaRPr>
              </a:p>
              <a:p>
                <a:pPr marL="171450" indent="-171450">
                  <a:lnSpc>
                    <a:spcPct val="150000"/>
                  </a:lnSpc>
                  <a:buFont typeface="Arial" panose="020B0604020202020204" pitchFamily="34" charset="0"/>
                  <a:buChar char="•"/>
                </a:pPr>
                <a:r>
                  <a:rPr lang="en-US" sz="1100" kern="0" spc="-16" dirty="0" err="1">
                    <a:solidFill>
                      <a:schemeClr val="bg1">
                        <a:lumMod val="50000"/>
                      </a:schemeClr>
                    </a:solidFill>
                    <a:ea typeface="다키 M" pitchFamily="2" charset="-127"/>
                    <a:cs typeface="Arial" pitchFamily="34" charset="-120"/>
                  </a:rPr>
                  <a:t>크로스</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도메인</a:t>
                </a:r>
                <a:r>
                  <a:rPr lang="en-US" sz="1100" kern="0" spc="-16" dirty="0">
                    <a:solidFill>
                      <a:schemeClr val="bg1">
                        <a:lumMod val="50000"/>
                      </a:schemeClr>
                    </a:solidFill>
                    <a:ea typeface="다키 M" pitchFamily="2" charset="-127"/>
                    <a:cs typeface="Arial" pitchFamily="34" charset="-120"/>
                  </a:rPr>
                  <a:t> </a:t>
                </a:r>
                <a:r>
                  <a:rPr lang="en-US" sz="1100" kern="0" spc="-16" dirty="0" err="1">
                    <a:solidFill>
                      <a:schemeClr val="bg1">
                        <a:lumMod val="50000"/>
                      </a:schemeClr>
                    </a:solidFill>
                    <a:ea typeface="다키 M" pitchFamily="2" charset="-127"/>
                    <a:cs typeface="Arial" pitchFamily="34" charset="-120"/>
                  </a:rPr>
                  <a:t>상관분석</a:t>
                </a:r>
                <a:endParaRPr lang="en-US" sz="1100" dirty="0">
                  <a:solidFill>
                    <a:schemeClr val="bg1">
                      <a:lumMod val="50000"/>
                    </a:schemeClr>
                  </a:solidFill>
                </a:endParaRPr>
              </a:p>
            </p:txBody>
          </p:sp>
        </p:grpSp>
      </p:grpSp>
      <p:sp>
        <p:nvSpPr>
          <p:cNvPr id="36" name="TextBox 35">
            <a:extLst>
              <a:ext uri="{FF2B5EF4-FFF2-40B4-BE49-F238E27FC236}">
                <a16:creationId xmlns:a16="http://schemas.microsoft.com/office/drawing/2014/main" id="{DA577BFD-C99E-D331-C9A9-89EA46FAC0CF}"/>
              </a:ext>
            </a:extLst>
          </p:cNvPr>
          <p:cNvSpPr txBox="1"/>
          <p:nvPr/>
        </p:nvSpPr>
        <p:spPr>
          <a:xfrm>
            <a:off x="497138" y="4297957"/>
            <a:ext cx="2202847" cy="292388"/>
          </a:xfrm>
          <a:prstGeom prst="rect">
            <a:avLst/>
          </a:prstGeom>
          <a:noFill/>
        </p:spPr>
        <p:txBody>
          <a:bodyPr wrap="none" rtlCol="0">
            <a:spAutoFit/>
          </a:bodyPr>
          <a:lstStyle/>
          <a:p>
            <a:r>
              <a:rPr lang="ko-KR" altLang="en-US" sz="1300" b="1" dirty="0">
                <a:solidFill>
                  <a:srgbClr val="2484C6"/>
                </a:solidFill>
              </a:rPr>
              <a:t>➞ 정상 운영의 비교 기준 확보</a:t>
            </a:r>
            <a:endParaRPr lang="en-KR" sz="1300" b="1" dirty="0">
              <a:solidFill>
                <a:srgbClr val="2484C6"/>
              </a:solidFill>
            </a:endParaRPr>
          </a:p>
        </p:txBody>
      </p:sp>
      <p:sp>
        <p:nvSpPr>
          <p:cNvPr id="37" name="TextBox 36">
            <a:extLst>
              <a:ext uri="{FF2B5EF4-FFF2-40B4-BE49-F238E27FC236}">
                <a16:creationId xmlns:a16="http://schemas.microsoft.com/office/drawing/2014/main" id="{B1798A29-F7D4-2CD4-89CD-A0C8D3DB972E}"/>
              </a:ext>
            </a:extLst>
          </p:cNvPr>
          <p:cNvSpPr txBox="1"/>
          <p:nvPr/>
        </p:nvSpPr>
        <p:spPr>
          <a:xfrm>
            <a:off x="3929551" y="4297956"/>
            <a:ext cx="1513556" cy="292388"/>
          </a:xfrm>
          <a:prstGeom prst="rect">
            <a:avLst/>
          </a:prstGeom>
          <a:noFill/>
        </p:spPr>
        <p:txBody>
          <a:bodyPr wrap="none" rtlCol="0">
            <a:spAutoFit/>
          </a:bodyPr>
          <a:lstStyle/>
          <a:p>
            <a:r>
              <a:rPr lang="ko-KR" altLang="en-US" sz="1300" b="1" dirty="0">
                <a:solidFill>
                  <a:srgbClr val="2484C6"/>
                </a:solidFill>
              </a:rPr>
              <a:t>➞ 담당자 직관 탈피</a:t>
            </a:r>
            <a:endParaRPr lang="en-KR" sz="1300" b="1" dirty="0">
              <a:solidFill>
                <a:srgbClr val="2484C6"/>
              </a:solidFill>
            </a:endParaRPr>
          </a:p>
        </p:txBody>
      </p:sp>
      <p:sp>
        <p:nvSpPr>
          <p:cNvPr id="39" name="TextBox 38">
            <a:extLst>
              <a:ext uri="{FF2B5EF4-FFF2-40B4-BE49-F238E27FC236}">
                <a16:creationId xmlns:a16="http://schemas.microsoft.com/office/drawing/2014/main" id="{7DB151FD-1E46-9119-93F6-8D710BAADA06}"/>
              </a:ext>
            </a:extLst>
          </p:cNvPr>
          <p:cNvSpPr txBox="1"/>
          <p:nvPr/>
        </p:nvSpPr>
        <p:spPr>
          <a:xfrm>
            <a:off x="7352717" y="4297956"/>
            <a:ext cx="2005677" cy="292388"/>
          </a:xfrm>
          <a:prstGeom prst="rect">
            <a:avLst/>
          </a:prstGeom>
          <a:noFill/>
        </p:spPr>
        <p:txBody>
          <a:bodyPr wrap="none" rtlCol="0">
            <a:spAutoFit/>
          </a:bodyPr>
          <a:lstStyle/>
          <a:p>
            <a:r>
              <a:rPr lang="ko-KR" altLang="en-US" sz="1300" b="1" dirty="0">
                <a:solidFill>
                  <a:srgbClr val="2484C6"/>
                </a:solidFill>
              </a:rPr>
              <a:t>➞ 예측형 성능 관리로 전환</a:t>
            </a:r>
            <a:endParaRPr lang="en-KR" sz="1300" b="1" dirty="0">
              <a:solidFill>
                <a:srgbClr val="2484C6"/>
              </a:solidFill>
            </a:endParaRPr>
          </a:p>
        </p:txBody>
      </p:sp>
      <p:sp>
        <p:nvSpPr>
          <p:cNvPr id="8" name="Shape 38">
            <a:extLst>
              <a:ext uri="{FF2B5EF4-FFF2-40B4-BE49-F238E27FC236}">
                <a16:creationId xmlns:a16="http://schemas.microsoft.com/office/drawing/2014/main" id="{2B9714AD-42E3-B85F-9900-BCD5E8BA20B9}"/>
              </a:ext>
            </a:extLst>
          </p:cNvPr>
          <p:cNvSpPr/>
          <p:nvPr/>
        </p:nvSpPr>
        <p:spPr>
          <a:xfrm>
            <a:off x="252118" y="4940784"/>
            <a:ext cx="3348419" cy="656167"/>
          </a:xfrm>
          <a:prstGeom prst="roundRect">
            <a:avLst>
              <a:gd name="adj" fmla="val 13065"/>
            </a:avLst>
          </a:prstGeom>
          <a:solidFill>
            <a:srgbClr val="2482C8"/>
          </a:solidFill>
          <a:ln/>
        </p:spPr>
        <p:txBody>
          <a:bodyPr/>
          <a:lstStyle/>
          <a:p>
            <a:endParaRPr lang="ko-KR" altLang="en-US"/>
          </a:p>
        </p:txBody>
      </p:sp>
      <p:sp>
        <p:nvSpPr>
          <p:cNvPr id="12" name="Text 39">
            <a:extLst>
              <a:ext uri="{FF2B5EF4-FFF2-40B4-BE49-F238E27FC236}">
                <a16:creationId xmlns:a16="http://schemas.microsoft.com/office/drawing/2014/main" id="{9708F2F0-FEFF-4919-6057-05B8B56D853D}"/>
              </a:ext>
            </a:extLst>
          </p:cNvPr>
          <p:cNvSpPr/>
          <p:nvPr/>
        </p:nvSpPr>
        <p:spPr>
          <a:xfrm>
            <a:off x="373117" y="5112234"/>
            <a:ext cx="3106419" cy="351367"/>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highlight>
                  <a:srgbClr val="2482C8"/>
                </a:highlight>
                <a:latin typeface="다키 M" pitchFamily="2" charset="-127"/>
                <a:ea typeface="다키 M" pitchFamily="2" charset="-127"/>
                <a:cs typeface="Arial" pitchFamily="34" charset="-120"/>
              </a:rPr>
              <a:t>정상 운영의 정량적 증명</a:t>
            </a:r>
            <a:endParaRPr lang="en-US" sz="1500" dirty="0"/>
          </a:p>
        </p:txBody>
      </p:sp>
      <p:sp>
        <p:nvSpPr>
          <p:cNvPr id="32" name="Shape 40">
            <a:extLst>
              <a:ext uri="{FF2B5EF4-FFF2-40B4-BE49-F238E27FC236}">
                <a16:creationId xmlns:a16="http://schemas.microsoft.com/office/drawing/2014/main" id="{84C9657D-D029-CEA8-586C-63540D2B018C}"/>
              </a:ext>
            </a:extLst>
          </p:cNvPr>
          <p:cNvSpPr/>
          <p:nvPr/>
        </p:nvSpPr>
        <p:spPr>
          <a:xfrm>
            <a:off x="3678978" y="4940784"/>
            <a:ext cx="3350404" cy="656167"/>
          </a:xfrm>
          <a:prstGeom prst="roundRect">
            <a:avLst>
              <a:gd name="adj" fmla="val 13065"/>
            </a:avLst>
          </a:prstGeom>
          <a:solidFill>
            <a:srgbClr val="2482C8"/>
          </a:solidFill>
          <a:ln/>
        </p:spPr>
        <p:txBody>
          <a:bodyPr/>
          <a:lstStyle/>
          <a:p>
            <a:endParaRPr lang="ko-KR" altLang="en-US"/>
          </a:p>
        </p:txBody>
      </p:sp>
      <p:sp>
        <p:nvSpPr>
          <p:cNvPr id="38" name="Text 41">
            <a:extLst>
              <a:ext uri="{FF2B5EF4-FFF2-40B4-BE49-F238E27FC236}">
                <a16:creationId xmlns:a16="http://schemas.microsoft.com/office/drawing/2014/main" id="{F906453B-F37E-21D5-F763-00ADCD377079}"/>
              </a:ext>
            </a:extLst>
          </p:cNvPr>
          <p:cNvSpPr/>
          <p:nvPr/>
        </p:nvSpPr>
        <p:spPr>
          <a:xfrm>
            <a:off x="3800049" y="5112233"/>
            <a:ext cx="3108261" cy="351367"/>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highlight>
                  <a:srgbClr val="2482C8"/>
                </a:highlight>
                <a:latin typeface="다키 M" pitchFamily="2" charset="-127"/>
                <a:ea typeface="다키 M" pitchFamily="2" charset="-127"/>
                <a:cs typeface="Arial" pitchFamily="34" charset="-120"/>
              </a:rPr>
              <a:t>이상 징후 조기 탐지</a:t>
            </a:r>
            <a:endParaRPr lang="en-US" sz="1500" dirty="0"/>
          </a:p>
        </p:txBody>
      </p:sp>
      <p:sp>
        <p:nvSpPr>
          <p:cNvPr id="41" name="Shape 42">
            <a:extLst>
              <a:ext uri="{FF2B5EF4-FFF2-40B4-BE49-F238E27FC236}">
                <a16:creationId xmlns:a16="http://schemas.microsoft.com/office/drawing/2014/main" id="{802B8E03-2F40-2E42-C0B5-1B5C770CFB6C}"/>
              </a:ext>
            </a:extLst>
          </p:cNvPr>
          <p:cNvSpPr/>
          <p:nvPr/>
        </p:nvSpPr>
        <p:spPr>
          <a:xfrm>
            <a:off x="7117855" y="4940784"/>
            <a:ext cx="3336860" cy="656167"/>
          </a:xfrm>
          <a:prstGeom prst="roundRect">
            <a:avLst>
              <a:gd name="adj" fmla="val 13065"/>
            </a:avLst>
          </a:prstGeom>
          <a:solidFill>
            <a:srgbClr val="2482C8"/>
          </a:solidFill>
          <a:ln/>
        </p:spPr>
        <p:txBody>
          <a:bodyPr/>
          <a:lstStyle/>
          <a:p>
            <a:endParaRPr lang="ko-KR" altLang="en-US"/>
          </a:p>
        </p:txBody>
      </p:sp>
      <p:sp>
        <p:nvSpPr>
          <p:cNvPr id="51" name="Text 43">
            <a:extLst>
              <a:ext uri="{FF2B5EF4-FFF2-40B4-BE49-F238E27FC236}">
                <a16:creationId xmlns:a16="http://schemas.microsoft.com/office/drawing/2014/main" id="{51783B2F-E123-EDA5-D64C-4243F66719A9}"/>
              </a:ext>
            </a:extLst>
          </p:cNvPr>
          <p:cNvSpPr/>
          <p:nvPr/>
        </p:nvSpPr>
        <p:spPr>
          <a:xfrm>
            <a:off x="7238437" y="5108363"/>
            <a:ext cx="3095696" cy="351367"/>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highlight>
                  <a:srgbClr val="2482C8"/>
                </a:highlight>
                <a:latin typeface="다키 M" pitchFamily="2" charset="-127"/>
                <a:ea typeface="다키 M" pitchFamily="2" charset="-127"/>
                <a:cs typeface="Arial" pitchFamily="34" charset="-120"/>
              </a:rPr>
              <a:t>튜닝·증설 근거 확보</a:t>
            </a:r>
            <a:endParaRPr lang="en-US" sz="1500" dirty="0"/>
          </a:p>
        </p:txBody>
      </p:sp>
    </p:spTree>
    <p:extLst>
      <p:ext uri="{BB962C8B-B14F-4D97-AF65-F5344CB8AC3E}">
        <p14:creationId xmlns:p14="http://schemas.microsoft.com/office/powerpoint/2010/main" val="1064023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r>
              <a:rPr lang="en-US" altLang="ko-KR" dirty="0" smtClean="0"/>
              <a:t>Table</a:t>
            </a:r>
            <a:br>
              <a:rPr lang="en-US" altLang="ko-KR" dirty="0" smtClean="0"/>
            </a:br>
            <a:r>
              <a:rPr lang="en-US" altLang="ko-KR" dirty="0" smtClean="0"/>
              <a:t>of</a:t>
            </a:r>
            <a:br>
              <a:rPr lang="en-US" altLang="ko-KR" dirty="0" smtClean="0"/>
            </a:br>
            <a:r>
              <a:rPr lang="en-US" altLang="ko-KR" dirty="0" smtClean="0"/>
              <a:t>Contents</a:t>
            </a:r>
            <a:endParaRPr lang="ko-KR" altLang="en-US" dirty="0"/>
          </a:p>
        </p:txBody>
      </p:sp>
      <p:sp>
        <p:nvSpPr>
          <p:cNvPr id="14" name="텍스트 개체 틀 13"/>
          <p:cNvSpPr>
            <a:spLocks noGrp="1"/>
          </p:cNvSpPr>
          <p:nvPr>
            <p:ph type="body" sz="quarter" idx="10"/>
          </p:nvPr>
        </p:nvSpPr>
        <p:spPr/>
        <p:txBody>
          <a:bodyPr>
            <a:normAutofit/>
          </a:bodyPr>
          <a:lstStyle/>
          <a:p>
            <a:pPr>
              <a:lnSpc>
                <a:spcPct val="150000"/>
              </a:lnSpc>
            </a:pPr>
            <a:r>
              <a:rPr lang="en-US" altLang="ko-KR" dirty="0"/>
              <a:t>01</a:t>
            </a:r>
          </a:p>
          <a:p>
            <a:pPr>
              <a:lnSpc>
                <a:spcPct val="150000"/>
              </a:lnSpc>
            </a:pPr>
            <a:r>
              <a:rPr lang="en-US" altLang="ko-KR" dirty="0"/>
              <a:t>02</a:t>
            </a:r>
          </a:p>
          <a:p>
            <a:pPr>
              <a:lnSpc>
                <a:spcPct val="150000"/>
              </a:lnSpc>
            </a:pPr>
            <a:r>
              <a:rPr lang="en-US" altLang="ko-KR" dirty="0"/>
              <a:t>03</a:t>
            </a:r>
          </a:p>
          <a:p>
            <a:pPr>
              <a:lnSpc>
                <a:spcPct val="150000"/>
              </a:lnSpc>
            </a:pPr>
            <a:r>
              <a:rPr lang="en-US" altLang="ko-KR" dirty="0" smtClean="0"/>
              <a:t>04</a:t>
            </a:r>
            <a:endParaRPr lang="en-US" altLang="ko-KR" sz="4800" dirty="0"/>
          </a:p>
          <a:p>
            <a:pPr>
              <a:lnSpc>
                <a:spcPct val="150000"/>
              </a:lnSpc>
            </a:pPr>
            <a:r>
              <a:rPr lang="en-US" altLang="ko-KR" dirty="0" smtClean="0"/>
              <a:t>05</a:t>
            </a:r>
          </a:p>
        </p:txBody>
      </p:sp>
      <p:sp>
        <p:nvSpPr>
          <p:cNvPr id="15" name="텍스트 개체 틀 14"/>
          <p:cNvSpPr>
            <a:spLocks noGrp="1"/>
          </p:cNvSpPr>
          <p:nvPr>
            <p:ph type="body" sz="quarter" idx="13"/>
          </p:nvPr>
        </p:nvSpPr>
        <p:spPr/>
        <p:txBody>
          <a:bodyPr>
            <a:normAutofit/>
          </a:bodyPr>
          <a:lstStyle/>
          <a:p>
            <a:pPr>
              <a:buNone/>
              <a:defRPr/>
            </a:pPr>
            <a:r>
              <a:rPr lang="en-US" altLang="ko-KR" sz="1400" dirty="0">
                <a:solidFill>
                  <a:srgbClr val="9DA6AB"/>
                </a:solidFill>
              </a:rPr>
              <a:t>1) </a:t>
            </a:r>
            <a:r>
              <a:rPr lang="ko-KR" altLang="en-US" sz="1400" dirty="0">
                <a:solidFill>
                  <a:srgbClr val="9DA6AB"/>
                </a:solidFill>
              </a:rPr>
              <a:t>소제목 작성해주세요</a:t>
            </a:r>
            <a:r>
              <a:rPr lang="en-US" altLang="ko-KR" sz="1400" dirty="0">
                <a:solidFill>
                  <a:srgbClr val="9DA6AB"/>
                </a:solidFill>
              </a:rPr>
              <a:t>	2) </a:t>
            </a:r>
            <a:r>
              <a:rPr lang="ko-KR" altLang="en-US" sz="1400" dirty="0">
                <a:solidFill>
                  <a:srgbClr val="9DA6AB"/>
                </a:solidFill>
              </a:rPr>
              <a:t>소제목 작성해주세요</a:t>
            </a:r>
          </a:p>
          <a:p>
            <a:endParaRPr lang="ko-KR" altLang="en-US" sz="1400" dirty="0">
              <a:solidFill>
                <a:srgbClr val="9DA6AB"/>
              </a:solidFill>
            </a:endParaRPr>
          </a:p>
        </p:txBody>
      </p:sp>
      <p:sp>
        <p:nvSpPr>
          <p:cNvPr id="16" name="텍스트 개체 틀 15"/>
          <p:cNvSpPr>
            <a:spLocks noGrp="1"/>
          </p:cNvSpPr>
          <p:nvPr>
            <p:ph type="body" sz="quarter" idx="14"/>
          </p:nvPr>
        </p:nvSpPr>
        <p:spPr/>
        <p:txBody>
          <a:bodyPr/>
          <a:lstStyle/>
          <a:p>
            <a:r>
              <a:rPr lang="ko-KR" altLang="en-US" dirty="0">
                <a:solidFill>
                  <a:srgbClr val="50646E"/>
                </a:solidFill>
              </a:rPr>
              <a:t>제목을 입력해주세요</a:t>
            </a:r>
            <a:endParaRPr lang="ko-KR" altLang="en-US" sz="1800" dirty="0">
              <a:solidFill>
                <a:srgbClr val="50646E"/>
              </a:solidFill>
            </a:endParaRPr>
          </a:p>
        </p:txBody>
      </p:sp>
      <p:sp>
        <p:nvSpPr>
          <p:cNvPr id="17" name="텍스트 개체 틀 16"/>
          <p:cNvSpPr>
            <a:spLocks noGrp="1"/>
          </p:cNvSpPr>
          <p:nvPr>
            <p:ph type="body" sz="quarter" idx="15"/>
          </p:nvPr>
        </p:nvSpPr>
        <p:spPr/>
        <p:txBody>
          <a:bodyPr>
            <a:normAutofit/>
          </a:bodyPr>
          <a:lstStyle/>
          <a:p>
            <a:pPr>
              <a:buNone/>
              <a:defRPr/>
            </a:pPr>
            <a:r>
              <a:rPr lang="en-US" altLang="ko-KR" sz="1400" dirty="0">
                <a:solidFill>
                  <a:srgbClr val="9DA6AB"/>
                </a:solidFill>
              </a:rPr>
              <a:t>1) </a:t>
            </a:r>
            <a:r>
              <a:rPr lang="ko-KR" altLang="en-US" sz="1400" dirty="0">
                <a:solidFill>
                  <a:srgbClr val="9DA6AB"/>
                </a:solidFill>
              </a:rPr>
              <a:t>소제목 작성해주세요</a:t>
            </a:r>
            <a:r>
              <a:rPr lang="en-US" altLang="ko-KR" sz="1400" dirty="0">
                <a:solidFill>
                  <a:srgbClr val="9DA6AB"/>
                </a:solidFill>
              </a:rPr>
              <a:t>	2) </a:t>
            </a:r>
            <a:r>
              <a:rPr lang="ko-KR" altLang="en-US" sz="1400" dirty="0">
                <a:solidFill>
                  <a:srgbClr val="9DA6AB"/>
                </a:solidFill>
              </a:rPr>
              <a:t>소제목 작성해주세요</a:t>
            </a:r>
          </a:p>
          <a:p>
            <a:endParaRPr lang="ko-KR" altLang="en-US" sz="1400" dirty="0">
              <a:solidFill>
                <a:srgbClr val="9DA6AB"/>
              </a:solidFill>
            </a:endParaRPr>
          </a:p>
          <a:p>
            <a:pPr>
              <a:buNone/>
            </a:pPr>
            <a:endParaRPr lang="ko-KR" altLang="en-US" sz="1400" dirty="0"/>
          </a:p>
        </p:txBody>
      </p:sp>
      <p:sp>
        <p:nvSpPr>
          <p:cNvPr id="18" name="텍스트 개체 틀 17"/>
          <p:cNvSpPr>
            <a:spLocks noGrp="1"/>
          </p:cNvSpPr>
          <p:nvPr>
            <p:ph type="body" sz="quarter" idx="16"/>
          </p:nvPr>
        </p:nvSpPr>
        <p:spPr/>
        <p:txBody>
          <a:bodyPr/>
          <a:lstStyle/>
          <a:p>
            <a:r>
              <a:rPr lang="ko-KR" altLang="en-US" dirty="0">
                <a:solidFill>
                  <a:srgbClr val="50646E"/>
                </a:solidFill>
              </a:rPr>
              <a:t>제목을 입력해주세요</a:t>
            </a:r>
            <a:endParaRPr lang="ko-KR" altLang="en-US" sz="1800" dirty="0">
              <a:solidFill>
                <a:srgbClr val="50646E"/>
              </a:solidFill>
            </a:endParaRPr>
          </a:p>
        </p:txBody>
      </p:sp>
      <p:sp>
        <p:nvSpPr>
          <p:cNvPr id="19" name="텍스트 개체 틀 18"/>
          <p:cNvSpPr>
            <a:spLocks noGrp="1"/>
          </p:cNvSpPr>
          <p:nvPr>
            <p:ph type="body" sz="quarter" idx="17"/>
          </p:nvPr>
        </p:nvSpPr>
        <p:spPr/>
        <p:txBody>
          <a:bodyPr>
            <a:normAutofit/>
          </a:bodyPr>
          <a:lstStyle/>
          <a:p>
            <a:pPr>
              <a:buNone/>
              <a:defRPr/>
            </a:pPr>
            <a:r>
              <a:rPr lang="en-US" altLang="ko-KR" sz="1400" dirty="0">
                <a:solidFill>
                  <a:srgbClr val="9DA6AB"/>
                </a:solidFill>
              </a:rPr>
              <a:t>1) </a:t>
            </a:r>
            <a:r>
              <a:rPr lang="ko-KR" altLang="en-US" sz="1400" dirty="0">
                <a:solidFill>
                  <a:srgbClr val="9DA6AB"/>
                </a:solidFill>
              </a:rPr>
              <a:t>소제목 작성해주세요</a:t>
            </a:r>
            <a:r>
              <a:rPr lang="en-US" altLang="ko-KR" sz="1400" dirty="0">
                <a:solidFill>
                  <a:srgbClr val="9DA6AB"/>
                </a:solidFill>
              </a:rPr>
              <a:t>	2) </a:t>
            </a:r>
            <a:r>
              <a:rPr lang="ko-KR" altLang="en-US" sz="1400" dirty="0">
                <a:solidFill>
                  <a:srgbClr val="9DA6AB"/>
                </a:solidFill>
              </a:rPr>
              <a:t>소제목 작성해주세요</a:t>
            </a:r>
          </a:p>
          <a:p>
            <a:pPr>
              <a:buNone/>
            </a:pPr>
            <a:endParaRPr lang="ko-KR" altLang="en-US" sz="1400" dirty="0">
              <a:solidFill>
                <a:srgbClr val="9DA6AB"/>
              </a:solidFill>
            </a:endParaRPr>
          </a:p>
        </p:txBody>
      </p:sp>
      <p:sp>
        <p:nvSpPr>
          <p:cNvPr id="20" name="텍스트 개체 틀 19"/>
          <p:cNvSpPr>
            <a:spLocks noGrp="1"/>
          </p:cNvSpPr>
          <p:nvPr>
            <p:ph type="body" sz="quarter" idx="18"/>
          </p:nvPr>
        </p:nvSpPr>
        <p:spPr/>
        <p:txBody>
          <a:bodyPr/>
          <a:lstStyle/>
          <a:p>
            <a:r>
              <a:rPr lang="ko-KR" altLang="en-US" dirty="0">
                <a:solidFill>
                  <a:srgbClr val="50646E"/>
                </a:solidFill>
              </a:rPr>
              <a:t>제목을 입력해주세요</a:t>
            </a:r>
            <a:endParaRPr lang="ko-KR" altLang="en-US" sz="1800" dirty="0">
              <a:solidFill>
                <a:srgbClr val="50646E"/>
              </a:solidFill>
            </a:endParaRPr>
          </a:p>
        </p:txBody>
      </p:sp>
      <p:sp>
        <p:nvSpPr>
          <p:cNvPr id="21" name="텍스트 개체 틀 20"/>
          <p:cNvSpPr>
            <a:spLocks noGrp="1"/>
          </p:cNvSpPr>
          <p:nvPr>
            <p:ph type="body" sz="quarter" idx="19"/>
          </p:nvPr>
        </p:nvSpPr>
        <p:spPr/>
        <p:txBody>
          <a:bodyPr>
            <a:normAutofit/>
          </a:bodyPr>
          <a:lstStyle/>
          <a:p>
            <a:pPr>
              <a:buNone/>
              <a:defRPr/>
            </a:pPr>
            <a:r>
              <a:rPr lang="en-US" altLang="ko-KR" sz="1400" dirty="0">
                <a:solidFill>
                  <a:srgbClr val="9DA6AB"/>
                </a:solidFill>
              </a:rPr>
              <a:t>1) </a:t>
            </a:r>
            <a:r>
              <a:rPr lang="ko-KR" altLang="en-US" sz="1400" dirty="0">
                <a:solidFill>
                  <a:srgbClr val="9DA6AB"/>
                </a:solidFill>
              </a:rPr>
              <a:t>소제목 작성해주세요</a:t>
            </a:r>
            <a:r>
              <a:rPr lang="en-US" altLang="ko-KR" sz="1400" dirty="0">
                <a:solidFill>
                  <a:srgbClr val="9DA6AB"/>
                </a:solidFill>
              </a:rPr>
              <a:t>	2) </a:t>
            </a:r>
            <a:r>
              <a:rPr lang="ko-KR" altLang="en-US" sz="1400" dirty="0">
                <a:solidFill>
                  <a:srgbClr val="9DA6AB"/>
                </a:solidFill>
              </a:rPr>
              <a:t>소제목 </a:t>
            </a:r>
            <a:r>
              <a:rPr lang="ko-KR" altLang="en-US" sz="1400" dirty="0" smtClean="0">
                <a:solidFill>
                  <a:srgbClr val="9DA6AB"/>
                </a:solidFill>
              </a:rPr>
              <a:t>작성해주세요</a:t>
            </a:r>
            <a:endParaRPr lang="ko-KR" altLang="en-US" sz="1400" dirty="0">
              <a:solidFill>
                <a:srgbClr val="9DA6AB"/>
              </a:solidFill>
            </a:endParaRPr>
          </a:p>
        </p:txBody>
      </p:sp>
      <p:sp>
        <p:nvSpPr>
          <p:cNvPr id="22" name="텍스트 개체 틀 21"/>
          <p:cNvSpPr>
            <a:spLocks noGrp="1"/>
          </p:cNvSpPr>
          <p:nvPr>
            <p:ph type="body" sz="quarter" idx="20"/>
          </p:nvPr>
        </p:nvSpPr>
        <p:spPr/>
        <p:txBody>
          <a:bodyPr/>
          <a:lstStyle/>
          <a:p>
            <a:r>
              <a:rPr lang="ko-KR" altLang="en-US" dirty="0">
                <a:solidFill>
                  <a:srgbClr val="50646E"/>
                </a:solidFill>
              </a:rPr>
              <a:t>제목을 입력해주세요</a:t>
            </a:r>
            <a:endParaRPr lang="ko-KR" altLang="en-US" sz="1800" dirty="0">
              <a:solidFill>
                <a:srgbClr val="50646E"/>
              </a:solidFill>
            </a:endParaRPr>
          </a:p>
        </p:txBody>
      </p:sp>
      <p:sp>
        <p:nvSpPr>
          <p:cNvPr id="12" name="텍스트 개체 틀 20"/>
          <p:cNvSpPr txBox="1">
            <a:spLocks/>
          </p:cNvSpPr>
          <p:nvPr/>
        </p:nvSpPr>
        <p:spPr>
          <a:xfrm>
            <a:off x="6000869" y="6421387"/>
            <a:ext cx="4392487" cy="557164"/>
          </a:xfrm>
          <a:prstGeom prst="rect">
            <a:avLst/>
          </a:prstGeom>
        </p:spPr>
        <p:txBody>
          <a:bodyPr vert="horz" lIns="91440" tIns="45720" rIns="91440" bIns="45720" rtlCol="0">
            <a:normAutofit/>
          </a:bodyPr>
          <a:lstStyle>
            <a:lvl1pPr marL="0" marR="0" indent="0" algn="l" defTabSz="360000" rtl="0" eaLnBrk="1" fontAlgn="auto" latinLnBrk="1" hangingPunct="1">
              <a:lnSpc>
                <a:spcPct val="100000"/>
              </a:lnSpc>
              <a:spcBef>
                <a:spcPct val="0"/>
              </a:spcBef>
              <a:spcAft>
                <a:spcPts val="0"/>
              </a:spcAft>
              <a:buClrTx/>
              <a:buSzTx/>
              <a:buFont typeface="Arial" panose="020B0604020202020204" pitchFamily="34" charset="0"/>
              <a:buChar char="•"/>
              <a:tabLst/>
              <a:defRPr sz="3087" kern="1200">
                <a:solidFill>
                  <a:schemeClr val="tx1"/>
                </a:solidFill>
                <a:latin typeface="다키 M" pitchFamily="2" charset="-127"/>
                <a:ea typeface="다키 M" pitchFamily="2" charset="-127"/>
                <a:cs typeface="+mn-cs"/>
              </a:defRPr>
            </a:lvl1pPr>
            <a:lvl2pPr marL="756095" indent="-252032" algn="l" defTabSz="1008126"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60158" indent="-252032" algn="l" defTabSz="1008126"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4221"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4pPr>
            <a:lvl5pPr marL="2268284"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5pPr>
            <a:lvl6pPr marL="2772347"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6pPr>
            <a:lvl7pPr marL="3276410"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7pPr>
            <a:lvl8pPr marL="3780473"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8pPr>
            <a:lvl9pPr marL="4284536"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9pPr>
          </a:lstStyle>
          <a:p>
            <a:pPr>
              <a:buFont typeface="Arial" panose="020B0604020202020204" pitchFamily="34" charset="0"/>
              <a:buNone/>
              <a:defRPr/>
            </a:pPr>
            <a:r>
              <a:rPr lang="en-US" altLang="ko-KR" sz="1400" smtClean="0">
                <a:solidFill>
                  <a:srgbClr val="9DA6AB"/>
                </a:solidFill>
              </a:rPr>
              <a:t>1) </a:t>
            </a:r>
            <a:r>
              <a:rPr lang="ko-KR" altLang="en-US" sz="1400" smtClean="0">
                <a:solidFill>
                  <a:srgbClr val="9DA6AB"/>
                </a:solidFill>
              </a:rPr>
              <a:t>소제목 작성해주세요</a:t>
            </a:r>
            <a:r>
              <a:rPr lang="en-US" altLang="ko-KR" sz="1400" smtClean="0">
                <a:solidFill>
                  <a:srgbClr val="9DA6AB"/>
                </a:solidFill>
              </a:rPr>
              <a:t>	2) </a:t>
            </a:r>
            <a:r>
              <a:rPr lang="ko-KR" altLang="en-US" sz="1400" smtClean="0">
                <a:solidFill>
                  <a:srgbClr val="9DA6AB"/>
                </a:solidFill>
              </a:rPr>
              <a:t>소제목 작성해주세요</a:t>
            </a:r>
            <a:endParaRPr lang="ko-KR" altLang="en-US" sz="1400" dirty="0">
              <a:solidFill>
                <a:srgbClr val="9DA6AB"/>
              </a:solidFill>
            </a:endParaRPr>
          </a:p>
        </p:txBody>
      </p:sp>
      <p:sp>
        <p:nvSpPr>
          <p:cNvPr id="13" name="텍스트 개체 틀 21"/>
          <p:cNvSpPr txBox="1">
            <a:spLocks/>
          </p:cNvSpPr>
          <p:nvPr/>
        </p:nvSpPr>
        <p:spPr>
          <a:xfrm>
            <a:off x="6000869" y="6023413"/>
            <a:ext cx="4392487" cy="397974"/>
          </a:xfrm>
          <a:prstGeom prst="rect">
            <a:avLst/>
          </a:prstGeom>
        </p:spPr>
        <p:txBody>
          <a:bodyPr vert="horz" lIns="91440" tIns="45720" rIns="91440" bIns="45720" rtlCol="0">
            <a:normAutofit/>
          </a:bodyPr>
          <a:lstStyle>
            <a:lvl1pPr marL="0" indent="0" algn="l" defTabSz="1008126" rtl="0" eaLnBrk="1" latinLnBrk="1" hangingPunct="1">
              <a:lnSpc>
                <a:spcPct val="90000"/>
              </a:lnSpc>
              <a:spcBef>
                <a:spcPts val="1103"/>
              </a:spcBef>
              <a:buFont typeface="Arial" panose="020B0604020202020204" pitchFamily="34" charset="0"/>
              <a:buNone/>
              <a:defRPr sz="2000" kern="1200">
                <a:solidFill>
                  <a:schemeClr val="tx1"/>
                </a:solidFill>
                <a:latin typeface="다키 L" pitchFamily="2" charset="-127"/>
                <a:ea typeface="다키 L" pitchFamily="2" charset="-127"/>
                <a:cs typeface="+mn-cs"/>
              </a:defRPr>
            </a:lvl1pPr>
            <a:lvl2pPr marL="756095" indent="-252032" algn="l" defTabSz="1008126"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60158" indent="-252032" algn="l" defTabSz="1008126"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4221"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4pPr>
            <a:lvl5pPr marL="2268284"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5pPr>
            <a:lvl6pPr marL="2772347"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6pPr>
            <a:lvl7pPr marL="3276410"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7pPr>
            <a:lvl8pPr marL="3780473"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8pPr>
            <a:lvl9pPr marL="4284536" indent="-252032" algn="l" defTabSz="1008126" rtl="0" eaLnBrk="1" latinLnBrk="1"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9pPr>
          </a:lstStyle>
          <a:p>
            <a:r>
              <a:rPr lang="ko-KR" altLang="en-US" dirty="0" smtClean="0">
                <a:solidFill>
                  <a:srgbClr val="50646E"/>
                </a:solidFill>
              </a:rPr>
              <a:t>제목을 입력해주세요</a:t>
            </a:r>
            <a:endParaRPr lang="ko-KR" altLang="en-US" sz="1800" dirty="0">
              <a:solidFill>
                <a:srgbClr val="50646E"/>
              </a:solidFill>
            </a:endParaRPr>
          </a:p>
        </p:txBody>
      </p:sp>
    </p:spTree>
    <p:extLst>
      <p:ext uri="{BB962C8B-B14F-4D97-AF65-F5344CB8AC3E}">
        <p14:creationId xmlns:p14="http://schemas.microsoft.com/office/powerpoint/2010/main" val="693767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noAutofit/>
          </a:bodyPr>
          <a:lstStyle/>
          <a:p>
            <a:r>
              <a:rPr lang="ko-KR" altLang="en-US" sz="3900" dirty="0" smtClean="0"/>
              <a:t>스키마 분석 </a:t>
            </a:r>
            <a:r>
              <a:rPr lang="en-US" altLang="ko-KR" sz="3900" dirty="0" smtClean="0"/>
              <a:t/>
            </a:r>
            <a:br>
              <a:rPr lang="en-US" altLang="ko-KR" sz="3900" dirty="0" smtClean="0"/>
            </a:br>
            <a:r>
              <a:rPr lang="ko-KR" altLang="en-US" sz="3900" dirty="0" smtClean="0"/>
              <a:t>및 트랜잭션 시뮬레이션</a:t>
            </a:r>
            <a:endParaRPr lang="ko-KR" altLang="en-US" sz="3900" dirty="0"/>
          </a:p>
        </p:txBody>
      </p:sp>
      <p:sp>
        <p:nvSpPr>
          <p:cNvPr id="5" name="텍스트 개체 틀 4"/>
          <p:cNvSpPr>
            <a:spLocks noGrp="1"/>
          </p:cNvSpPr>
          <p:nvPr>
            <p:ph type="body" sz="quarter" idx="10"/>
          </p:nvPr>
        </p:nvSpPr>
        <p:spPr/>
        <p:txBody>
          <a:bodyPr anchor="ctr"/>
          <a:lstStyle/>
          <a:p>
            <a:pPr>
              <a:lnSpc>
                <a:spcPct val="150000"/>
              </a:lnSpc>
            </a:pPr>
            <a:r>
              <a:t>1) 메타데이터 역공학 기반 구조 및 업무 규칙 도출</a:t>
            </a:r>
          </a:p>
          <a:p>
            <a:r>
              <a:t>2) 운영 데이터 카디널리티 실검증 및 이상치 탐지</a:t>
            </a:r>
          </a:p>
          <a:p>
            <a:r>
              <a:t>3) 7대 트랜잭션 시나리오 기반 ACID 속성 실증</a:t>
            </a:r>
          </a:p>
        </p:txBody>
      </p:sp>
      <p:sp>
        <p:nvSpPr>
          <p:cNvPr id="6" name="텍스트 개체 틀 5"/>
          <p:cNvSpPr>
            <a:spLocks noGrp="1"/>
          </p:cNvSpPr>
          <p:nvPr>
            <p:ph type="body" sz="quarter" idx="11"/>
          </p:nvPr>
        </p:nvSpPr>
        <p:spPr/>
        <p:txBody>
          <a:bodyPr>
            <a:noAutofit/>
          </a:bodyPr>
          <a:lstStyle/>
          <a:p>
            <a:r>
              <a:rPr lang="en-US" altLang="ko-KR" sz="6000" dirty="0" smtClean="0">
                <a:solidFill>
                  <a:srgbClr val="2484C6"/>
                </a:solidFill>
                <a:latin typeface="다키 M Title" pitchFamily="2" charset="-127"/>
                <a:ea typeface="다키 M Title" pitchFamily="2" charset="-127"/>
              </a:rPr>
              <a:t>01</a:t>
            </a:r>
            <a:endParaRPr lang="ko-KR" altLang="en-US" sz="6000" dirty="0">
              <a:solidFill>
                <a:srgbClr val="2484C6"/>
              </a:solidFill>
              <a:latin typeface="다키 M Title" pitchFamily="2" charset="-127"/>
              <a:ea typeface="다키 M Title" pitchFamily="2" charset="-127"/>
            </a:endParaRPr>
          </a:p>
        </p:txBody>
      </p:sp>
    </p:spTree>
    <p:extLst>
      <p:ext uri="{BB962C8B-B14F-4D97-AF65-F5344CB8AC3E}">
        <p14:creationId xmlns:p14="http://schemas.microsoft.com/office/powerpoint/2010/main" val="3595659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r>
              <a:rPr lang="en-US" altLang="ko-KR" dirty="0" smtClean="0"/>
              <a:t>SQL </a:t>
            </a:r>
            <a:r>
              <a:rPr lang="ko-KR" altLang="en-US" dirty="0" smtClean="0"/>
              <a:t>튜닝 </a:t>
            </a:r>
            <a:r>
              <a:rPr lang="en-US" altLang="ko-KR" dirty="0" smtClean="0"/>
              <a:t/>
            </a:r>
            <a:br>
              <a:rPr lang="en-US" altLang="ko-KR" dirty="0" smtClean="0"/>
            </a:br>
            <a:r>
              <a:rPr lang="ko-KR" altLang="en-US" dirty="0" smtClean="0"/>
              <a:t>및 인덱스 전략</a:t>
            </a:r>
            <a:endParaRPr lang="ko-KR" altLang="en-US" dirty="0"/>
          </a:p>
        </p:txBody>
      </p:sp>
      <p:sp>
        <p:nvSpPr>
          <p:cNvPr id="5" name="텍스트 개체 틀 4"/>
          <p:cNvSpPr>
            <a:spLocks noGrp="1"/>
          </p:cNvSpPr>
          <p:nvPr>
            <p:ph type="body" sz="quarter" idx="10"/>
          </p:nvPr>
        </p:nvSpPr>
        <p:spPr/>
        <p:txBody>
          <a:bodyPr anchor="ctr"/>
          <a:lstStyle/>
          <a:p>
            <a:pPr>
              <a:lnSpc>
                <a:spcPct val="150000"/>
              </a:lnSpc>
            </a:pPr>
            <a:r>
              <a:rPr lang="en-US" altLang="ko-KR" dirty="0">
                <a:latin typeface="다키 L" pitchFamily="2" charset="-127"/>
                <a:ea typeface="다키 L" pitchFamily="2" charset="-127"/>
              </a:rPr>
              <a:t>1)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2)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3)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p:txBody>
      </p:sp>
      <p:sp>
        <p:nvSpPr>
          <p:cNvPr id="6" name="텍스트 개체 틀 5"/>
          <p:cNvSpPr>
            <a:spLocks noGrp="1"/>
          </p:cNvSpPr>
          <p:nvPr>
            <p:ph type="body" sz="quarter" idx="11"/>
          </p:nvPr>
        </p:nvSpPr>
        <p:spPr/>
        <p:txBody>
          <a:bodyPr>
            <a:noAutofit/>
          </a:bodyPr>
          <a:lstStyle/>
          <a:p>
            <a:r>
              <a:rPr lang="en-US" altLang="ko-KR" sz="6000" dirty="0" smtClean="0">
                <a:solidFill>
                  <a:srgbClr val="2484C6"/>
                </a:solidFill>
                <a:latin typeface="다키 M Title" pitchFamily="2" charset="-127"/>
                <a:ea typeface="다키 M Title" pitchFamily="2" charset="-127"/>
              </a:rPr>
              <a:t>02</a:t>
            </a:r>
            <a:endParaRPr lang="ko-KR" altLang="en-US" sz="6000" dirty="0">
              <a:solidFill>
                <a:srgbClr val="2484C6"/>
              </a:solidFill>
              <a:latin typeface="다키 M Title" pitchFamily="2" charset="-127"/>
              <a:ea typeface="다키 M Title" pitchFamily="2" charset="-127"/>
            </a:endParaRPr>
          </a:p>
        </p:txBody>
      </p:sp>
    </p:spTree>
    <p:extLst>
      <p:ext uri="{BB962C8B-B14F-4D97-AF65-F5344CB8AC3E}">
        <p14:creationId xmlns:p14="http://schemas.microsoft.com/office/powerpoint/2010/main" val="3483370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p:cNvSpPr>
            <a:spLocks noGrp="1"/>
          </p:cNvSpPr>
          <p:nvPr>
            <p:ph type="body" sz="quarter" idx="10"/>
          </p:nvPr>
        </p:nvSpPr>
        <p:spPr/>
        <p:txBody>
          <a:bodyPr>
            <a:normAutofit/>
          </a:bodyPr>
          <a:lstStyle/>
          <a:p>
            <a:pPr algn="r"/>
            <a:r>
              <a:rPr lang="en-US" altLang="ko-KR" sz="1600" dirty="0" smtClean="0"/>
              <a:t>Large Title </a:t>
            </a:r>
            <a:r>
              <a:rPr lang="ko-KR" altLang="en-US" sz="1600" dirty="0" smtClean="0"/>
              <a:t>입력</a:t>
            </a:r>
            <a:endParaRPr lang="ko-KR" altLang="en-US" sz="1600" dirty="0"/>
          </a:p>
        </p:txBody>
      </p:sp>
      <p:sp>
        <p:nvSpPr>
          <p:cNvPr id="5" name="텍스트 개체 틀 4"/>
          <p:cNvSpPr>
            <a:spLocks noGrp="1"/>
          </p:cNvSpPr>
          <p:nvPr>
            <p:ph type="body" sz="quarter" idx="11"/>
          </p:nvPr>
        </p:nvSpPr>
        <p:spPr/>
        <p:txBody>
          <a:bodyPr/>
          <a:lstStyle/>
          <a:p>
            <a:r>
              <a:rPr lang="ko-KR" altLang="en-US" dirty="0" smtClean="0"/>
              <a:t>타이틀을 입력해주세요</a:t>
            </a:r>
            <a:r>
              <a:rPr lang="en-US" altLang="ko-KR" dirty="0" smtClean="0"/>
              <a:t>.</a:t>
            </a:r>
            <a:endParaRPr lang="ko-KR" altLang="en-US" dirty="0"/>
          </a:p>
        </p:txBody>
      </p:sp>
      <p:sp>
        <p:nvSpPr>
          <p:cNvPr id="10" name="텍스트 개체 틀 4"/>
          <p:cNvSpPr>
            <a:spLocks noGrp="1"/>
          </p:cNvSpPr>
          <p:nvPr>
            <p:ph type="body" sz="quarter" idx="12"/>
          </p:nvPr>
        </p:nvSpPr>
        <p:spPr>
          <a:xfrm>
            <a:off x="234132" y="828303"/>
            <a:ext cx="7956884" cy="835266"/>
          </a:xfrm>
        </p:spPr>
        <p:txBody>
          <a:bodyPr vert="horz" lIns="91440" tIns="45720" rIns="91440" bIns="45720" rtlCol="0">
            <a:normAutofit/>
          </a:bodyPr>
          <a:lstStyle/>
          <a:p>
            <a:pPr defTabSz="914400">
              <a:spcBef>
                <a:spcPct val="20000"/>
              </a:spcBef>
            </a:pPr>
            <a:r>
              <a:rPr lang="en-US" altLang="ko-KR" sz="1600" dirty="0">
                <a:solidFill>
                  <a:srgbClr val="50646E"/>
                </a:solidFill>
              </a:rPr>
              <a:t>Summary</a:t>
            </a:r>
            <a:r>
              <a:rPr lang="ko-KR" altLang="en-US" sz="1600" dirty="0">
                <a:solidFill>
                  <a:srgbClr val="50646E"/>
                </a:solidFill>
              </a:rPr>
              <a:t>를 입력해주세요</a:t>
            </a:r>
            <a:r>
              <a:rPr lang="en-US" altLang="ko-KR" sz="1600" dirty="0">
                <a:solidFill>
                  <a:srgbClr val="50646E"/>
                </a:solidFill>
              </a:rPr>
              <a:t>.</a:t>
            </a:r>
          </a:p>
          <a:p>
            <a:pPr defTabSz="914400">
              <a:spcBef>
                <a:spcPct val="20000"/>
              </a:spcBef>
            </a:pPr>
            <a:r>
              <a:rPr lang="ko-KR" altLang="en-US" sz="1600" dirty="0">
                <a:solidFill>
                  <a:srgbClr val="50646E"/>
                </a:solidFill>
              </a:rPr>
              <a:t>최대 </a:t>
            </a:r>
            <a:r>
              <a:rPr lang="en-US" altLang="ko-KR" sz="1600" dirty="0">
                <a:solidFill>
                  <a:srgbClr val="50646E"/>
                </a:solidFill>
              </a:rPr>
              <a:t>2</a:t>
            </a:r>
            <a:r>
              <a:rPr lang="ko-KR" altLang="en-US" sz="1600" dirty="0">
                <a:solidFill>
                  <a:srgbClr val="50646E"/>
                </a:solidFill>
              </a:rPr>
              <a:t>줄까지 작성 가능합니다</a:t>
            </a:r>
            <a:r>
              <a:rPr lang="en-US" altLang="ko-KR" sz="1600" dirty="0">
                <a:solidFill>
                  <a:srgbClr val="50646E"/>
                </a:solidFill>
              </a:rPr>
              <a:t>.</a:t>
            </a:r>
            <a:endParaRPr lang="ko-KR" altLang="en-US" sz="1600" dirty="0">
              <a:solidFill>
                <a:srgbClr val="50646E"/>
              </a:solidFill>
            </a:endParaRPr>
          </a:p>
        </p:txBody>
      </p:sp>
      <p:sp>
        <p:nvSpPr>
          <p:cNvPr id="11" name="내용 개체 틀 10"/>
          <p:cNvSpPr>
            <a:spLocks noGrp="1"/>
          </p:cNvSpPr>
          <p:nvPr>
            <p:ph idx="13"/>
          </p:nvPr>
        </p:nvSpPr>
        <p:spPr/>
        <p:txBody>
          <a:bodyPr/>
          <a:lstStyle/>
          <a:p>
            <a:endParaRPr lang="ko-KR" altLang="en-US" dirty="0"/>
          </a:p>
        </p:txBody>
      </p:sp>
    </p:spTree>
    <p:extLst>
      <p:ext uri="{BB962C8B-B14F-4D97-AF65-F5344CB8AC3E}">
        <p14:creationId xmlns:p14="http://schemas.microsoft.com/office/powerpoint/2010/main" val="2117047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normAutofit/>
          </a:bodyPr>
          <a:lstStyle/>
          <a:p>
            <a:r>
              <a:rPr lang="ko-KR" altLang="en-US" sz="4000" dirty="0" smtClean="0"/>
              <a:t>복구 전략 수립</a:t>
            </a:r>
            <a:r>
              <a:rPr lang="en-US" altLang="ko-KR" sz="4000" dirty="0" smtClean="0"/>
              <a:t/>
            </a:r>
            <a:br>
              <a:rPr lang="en-US" altLang="ko-KR" sz="4000" dirty="0" smtClean="0"/>
            </a:br>
            <a:r>
              <a:rPr lang="en-US" altLang="ko-KR" sz="4000" dirty="0" smtClean="0"/>
              <a:t>(Backup &amp; Recovery)</a:t>
            </a:r>
            <a:endParaRPr lang="ko-KR" altLang="en-US" sz="4000" dirty="0"/>
          </a:p>
        </p:txBody>
      </p:sp>
      <p:sp>
        <p:nvSpPr>
          <p:cNvPr id="5" name="텍스트 개체 틀 4"/>
          <p:cNvSpPr>
            <a:spLocks noGrp="1"/>
          </p:cNvSpPr>
          <p:nvPr>
            <p:ph type="body" sz="quarter" idx="10"/>
          </p:nvPr>
        </p:nvSpPr>
        <p:spPr/>
        <p:txBody>
          <a:bodyPr anchor="ctr"/>
          <a:lstStyle/>
          <a:p>
            <a:pPr>
              <a:lnSpc>
                <a:spcPct val="150000"/>
              </a:lnSpc>
            </a:pPr>
            <a:r>
              <a:rPr lang="en-US" altLang="ko-KR" dirty="0">
                <a:latin typeface="다키 L" pitchFamily="2" charset="-127"/>
                <a:ea typeface="다키 L" pitchFamily="2" charset="-127"/>
              </a:rPr>
              <a:t>1)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2)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3)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p:txBody>
      </p:sp>
      <p:sp>
        <p:nvSpPr>
          <p:cNvPr id="6" name="텍스트 개체 틀 5"/>
          <p:cNvSpPr>
            <a:spLocks noGrp="1"/>
          </p:cNvSpPr>
          <p:nvPr>
            <p:ph type="body" sz="quarter" idx="11"/>
          </p:nvPr>
        </p:nvSpPr>
        <p:spPr/>
        <p:txBody>
          <a:bodyPr>
            <a:noAutofit/>
          </a:bodyPr>
          <a:lstStyle/>
          <a:p>
            <a:r>
              <a:rPr lang="en-US" altLang="ko-KR" sz="6000" dirty="0" smtClean="0">
                <a:solidFill>
                  <a:srgbClr val="2484C6"/>
                </a:solidFill>
                <a:latin typeface="다키 M Title" pitchFamily="2" charset="-127"/>
                <a:ea typeface="다키 M Title" pitchFamily="2" charset="-127"/>
              </a:rPr>
              <a:t>03</a:t>
            </a:r>
            <a:endParaRPr lang="ko-KR" altLang="en-US" sz="6000" dirty="0">
              <a:solidFill>
                <a:srgbClr val="2484C6"/>
              </a:solidFill>
              <a:latin typeface="다키 M Title" pitchFamily="2" charset="-127"/>
              <a:ea typeface="다키 M Title" pitchFamily="2" charset="-127"/>
            </a:endParaRPr>
          </a:p>
        </p:txBody>
      </p:sp>
    </p:spTree>
    <p:extLst>
      <p:ext uri="{BB962C8B-B14F-4D97-AF65-F5344CB8AC3E}">
        <p14:creationId xmlns:p14="http://schemas.microsoft.com/office/powerpoint/2010/main" val="4243182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p:cNvSpPr>
            <a:spLocks noGrp="1"/>
          </p:cNvSpPr>
          <p:nvPr>
            <p:ph type="body" sz="quarter" idx="10"/>
          </p:nvPr>
        </p:nvSpPr>
        <p:spPr/>
        <p:txBody>
          <a:bodyPr>
            <a:normAutofit/>
          </a:bodyPr>
          <a:lstStyle/>
          <a:p>
            <a:pPr algn="r"/>
            <a:r>
              <a:rPr lang="en-US" altLang="ko-KR" sz="1600" dirty="0" smtClean="0"/>
              <a:t>Large Title </a:t>
            </a:r>
            <a:r>
              <a:rPr lang="ko-KR" altLang="en-US" sz="1600" dirty="0" smtClean="0"/>
              <a:t>입력</a:t>
            </a:r>
            <a:endParaRPr lang="ko-KR" altLang="en-US" sz="1600" dirty="0"/>
          </a:p>
        </p:txBody>
      </p:sp>
      <p:sp>
        <p:nvSpPr>
          <p:cNvPr id="5" name="텍스트 개체 틀 4"/>
          <p:cNvSpPr>
            <a:spLocks noGrp="1"/>
          </p:cNvSpPr>
          <p:nvPr>
            <p:ph type="body" sz="quarter" idx="11"/>
          </p:nvPr>
        </p:nvSpPr>
        <p:spPr/>
        <p:txBody>
          <a:bodyPr/>
          <a:lstStyle/>
          <a:p>
            <a:r>
              <a:rPr lang="ko-KR" altLang="en-US" dirty="0" smtClean="0"/>
              <a:t>타이틀을 입력해주세요</a:t>
            </a:r>
            <a:r>
              <a:rPr lang="en-US" altLang="ko-KR" dirty="0" smtClean="0"/>
              <a:t>.</a:t>
            </a:r>
            <a:endParaRPr lang="ko-KR" altLang="en-US" dirty="0"/>
          </a:p>
        </p:txBody>
      </p:sp>
      <p:sp>
        <p:nvSpPr>
          <p:cNvPr id="10" name="텍스트 개체 틀 4"/>
          <p:cNvSpPr>
            <a:spLocks noGrp="1"/>
          </p:cNvSpPr>
          <p:nvPr>
            <p:ph type="body" sz="quarter" idx="12"/>
          </p:nvPr>
        </p:nvSpPr>
        <p:spPr>
          <a:xfrm>
            <a:off x="234132" y="828303"/>
            <a:ext cx="7956884" cy="835266"/>
          </a:xfrm>
        </p:spPr>
        <p:txBody>
          <a:bodyPr vert="horz" lIns="91440" tIns="45720" rIns="91440" bIns="45720" rtlCol="0">
            <a:normAutofit/>
          </a:bodyPr>
          <a:lstStyle/>
          <a:p>
            <a:pPr defTabSz="914400">
              <a:spcBef>
                <a:spcPct val="20000"/>
              </a:spcBef>
            </a:pPr>
            <a:r>
              <a:rPr lang="en-US" altLang="ko-KR" sz="1600" dirty="0">
                <a:solidFill>
                  <a:srgbClr val="50646E"/>
                </a:solidFill>
              </a:rPr>
              <a:t>Summary</a:t>
            </a:r>
            <a:r>
              <a:rPr lang="ko-KR" altLang="en-US" sz="1600" dirty="0">
                <a:solidFill>
                  <a:srgbClr val="50646E"/>
                </a:solidFill>
              </a:rPr>
              <a:t>를 입력해주세요</a:t>
            </a:r>
            <a:r>
              <a:rPr lang="en-US" altLang="ko-KR" sz="1600" dirty="0">
                <a:solidFill>
                  <a:srgbClr val="50646E"/>
                </a:solidFill>
              </a:rPr>
              <a:t>.</a:t>
            </a:r>
          </a:p>
          <a:p>
            <a:pPr defTabSz="914400">
              <a:spcBef>
                <a:spcPct val="20000"/>
              </a:spcBef>
            </a:pPr>
            <a:r>
              <a:rPr lang="ko-KR" altLang="en-US" sz="1600" dirty="0">
                <a:solidFill>
                  <a:srgbClr val="50646E"/>
                </a:solidFill>
              </a:rPr>
              <a:t>최대 </a:t>
            </a:r>
            <a:r>
              <a:rPr lang="en-US" altLang="ko-KR" sz="1600" dirty="0">
                <a:solidFill>
                  <a:srgbClr val="50646E"/>
                </a:solidFill>
              </a:rPr>
              <a:t>2</a:t>
            </a:r>
            <a:r>
              <a:rPr lang="ko-KR" altLang="en-US" sz="1600" dirty="0">
                <a:solidFill>
                  <a:srgbClr val="50646E"/>
                </a:solidFill>
              </a:rPr>
              <a:t>줄까지 작성 가능합니다</a:t>
            </a:r>
            <a:r>
              <a:rPr lang="en-US" altLang="ko-KR" sz="1600" dirty="0">
                <a:solidFill>
                  <a:srgbClr val="50646E"/>
                </a:solidFill>
              </a:rPr>
              <a:t>.</a:t>
            </a:r>
            <a:endParaRPr lang="ko-KR" altLang="en-US" sz="1600" dirty="0">
              <a:solidFill>
                <a:srgbClr val="50646E"/>
              </a:solidFill>
            </a:endParaRPr>
          </a:p>
        </p:txBody>
      </p:sp>
      <p:sp>
        <p:nvSpPr>
          <p:cNvPr id="11" name="내용 개체 틀 10"/>
          <p:cNvSpPr>
            <a:spLocks noGrp="1"/>
          </p:cNvSpPr>
          <p:nvPr>
            <p:ph idx="13"/>
          </p:nvPr>
        </p:nvSpPr>
        <p:spPr/>
        <p:txBody>
          <a:bodyPr/>
          <a:lstStyle/>
          <a:p>
            <a:endParaRPr lang="ko-KR" altLang="en-US" dirty="0"/>
          </a:p>
        </p:txBody>
      </p:sp>
    </p:spTree>
    <p:extLst>
      <p:ext uri="{BB962C8B-B14F-4D97-AF65-F5344CB8AC3E}">
        <p14:creationId xmlns:p14="http://schemas.microsoft.com/office/powerpoint/2010/main" val="2836901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noAutofit/>
          </a:bodyPr>
          <a:lstStyle/>
          <a:p>
            <a:r>
              <a:rPr lang="en-US" altLang="ko-KR" sz="4000" dirty="0" smtClean="0"/>
              <a:t>PL/</a:t>
            </a:r>
            <a:r>
              <a:rPr lang="en-US" altLang="ko-KR" sz="4000" dirty="0" smtClean="0"/>
              <a:t>SQL</a:t>
            </a:r>
            <a:r>
              <a:rPr lang="ko-KR" altLang="en-US" sz="4000" dirty="0" smtClean="0"/>
              <a:t>을 활용한 </a:t>
            </a:r>
            <a:r>
              <a:rPr lang="en-US" altLang="ko-KR" sz="4000" dirty="0" smtClean="0"/>
              <a:t/>
            </a:r>
            <a:br>
              <a:rPr lang="en-US" altLang="ko-KR" sz="4000" dirty="0" smtClean="0"/>
            </a:br>
            <a:r>
              <a:rPr lang="ko-KR" altLang="en-US" sz="4000" dirty="0" smtClean="0"/>
              <a:t>대량 데이터 배치 처리</a:t>
            </a:r>
            <a:endParaRPr lang="ko-KR" altLang="en-US" sz="4000" dirty="0"/>
          </a:p>
        </p:txBody>
      </p:sp>
      <p:sp>
        <p:nvSpPr>
          <p:cNvPr id="5" name="텍스트 개체 틀 4"/>
          <p:cNvSpPr>
            <a:spLocks noGrp="1"/>
          </p:cNvSpPr>
          <p:nvPr>
            <p:ph type="body" sz="quarter" idx="10"/>
          </p:nvPr>
        </p:nvSpPr>
        <p:spPr/>
        <p:txBody>
          <a:bodyPr anchor="ctr"/>
          <a:lstStyle/>
          <a:p>
            <a:pPr>
              <a:lnSpc>
                <a:spcPct val="150000"/>
              </a:lnSpc>
            </a:pPr>
            <a:r>
              <a:rPr lang="en-US" altLang="ko-KR" dirty="0">
                <a:latin typeface="다키 L" pitchFamily="2" charset="-127"/>
                <a:ea typeface="다키 L" pitchFamily="2" charset="-127"/>
              </a:rPr>
              <a:t>1)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2)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3)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p:txBody>
      </p:sp>
      <p:sp>
        <p:nvSpPr>
          <p:cNvPr id="6" name="텍스트 개체 틀 5"/>
          <p:cNvSpPr>
            <a:spLocks noGrp="1"/>
          </p:cNvSpPr>
          <p:nvPr>
            <p:ph type="body" sz="quarter" idx="11"/>
          </p:nvPr>
        </p:nvSpPr>
        <p:spPr/>
        <p:txBody>
          <a:bodyPr>
            <a:noAutofit/>
          </a:bodyPr>
          <a:lstStyle/>
          <a:p>
            <a:r>
              <a:rPr lang="en-US" altLang="ko-KR" sz="6000" dirty="0" smtClean="0">
                <a:solidFill>
                  <a:srgbClr val="2484C6"/>
                </a:solidFill>
                <a:latin typeface="다키 M Title" pitchFamily="2" charset="-127"/>
                <a:ea typeface="다키 M Title" pitchFamily="2" charset="-127"/>
              </a:rPr>
              <a:t>04</a:t>
            </a:r>
            <a:endParaRPr lang="ko-KR" altLang="en-US" sz="6000" dirty="0">
              <a:solidFill>
                <a:srgbClr val="2484C6"/>
              </a:solidFill>
              <a:latin typeface="다키 M Title" pitchFamily="2" charset="-127"/>
              <a:ea typeface="다키 M Title" pitchFamily="2" charset="-127"/>
            </a:endParaRPr>
          </a:p>
        </p:txBody>
      </p:sp>
    </p:spTree>
    <p:extLst>
      <p:ext uri="{BB962C8B-B14F-4D97-AF65-F5344CB8AC3E}">
        <p14:creationId xmlns:p14="http://schemas.microsoft.com/office/powerpoint/2010/main" val="2090623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p:cNvSpPr>
            <a:spLocks noGrp="1"/>
          </p:cNvSpPr>
          <p:nvPr>
            <p:ph type="body" sz="quarter" idx="10"/>
          </p:nvPr>
        </p:nvSpPr>
        <p:spPr/>
        <p:txBody>
          <a:bodyPr>
            <a:normAutofit/>
          </a:bodyPr>
          <a:lstStyle/>
          <a:p>
            <a:pPr algn="r"/>
            <a:r>
              <a:rPr lang="en-US" altLang="ko-KR" sz="1600" dirty="0" smtClean="0"/>
              <a:t>Large Title </a:t>
            </a:r>
            <a:r>
              <a:rPr lang="ko-KR" altLang="en-US" sz="1600" dirty="0" smtClean="0"/>
              <a:t>입력</a:t>
            </a:r>
            <a:endParaRPr lang="ko-KR" altLang="en-US" sz="1600" dirty="0"/>
          </a:p>
        </p:txBody>
      </p:sp>
      <p:sp>
        <p:nvSpPr>
          <p:cNvPr id="5" name="텍스트 개체 틀 4"/>
          <p:cNvSpPr>
            <a:spLocks noGrp="1"/>
          </p:cNvSpPr>
          <p:nvPr>
            <p:ph type="body" sz="quarter" idx="11"/>
          </p:nvPr>
        </p:nvSpPr>
        <p:spPr/>
        <p:txBody>
          <a:bodyPr/>
          <a:lstStyle/>
          <a:p>
            <a:r>
              <a:rPr lang="ko-KR" altLang="en-US" dirty="0" smtClean="0"/>
              <a:t>타이틀을 입력해주세요</a:t>
            </a:r>
            <a:r>
              <a:rPr lang="en-US" altLang="ko-KR" dirty="0" smtClean="0"/>
              <a:t>.</a:t>
            </a:r>
            <a:endParaRPr lang="ko-KR" altLang="en-US" dirty="0"/>
          </a:p>
        </p:txBody>
      </p:sp>
      <p:sp>
        <p:nvSpPr>
          <p:cNvPr id="10" name="텍스트 개체 틀 4"/>
          <p:cNvSpPr>
            <a:spLocks noGrp="1"/>
          </p:cNvSpPr>
          <p:nvPr>
            <p:ph type="body" sz="quarter" idx="12"/>
          </p:nvPr>
        </p:nvSpPr>
        <p:spPr>
          <a:xfrm>
            <a:off x="234132" y="828303"/>
            <a:ext cx="7956884" cy="835266"/>
          </a:xfrm>
        </p:spPr>
        <p:txBody>
          <a:bodyPr vert="horz" lIns="91440" tIns="45720" rIns="91440" bIns="45720" rtlCol="0">
            <a:normAutofit/>
          </a:bodyPr>
          <a:lstStyle/>
          <a:p>
            <a:pPr defTabSz="914400">
              <a:spcBef>
                <a:spcPct val="20000"/>
              </a:spcBef>
            </a:pPr>
            <a:r>
              <a:rPr lang="en-US" altLang="ko-KR" sz="1600" dirty="0">
                <a:solidFill>
                  <a:srgbClr val="50646E"/>
                </a:solidFill>
              </a:rPr>
              <a:t>Summary</a:t>
            </a:r>
            <a:r>
              <a:rPr lang="ko-KR" altLang="en-US" sz="1600" dirty="0">
                <a:solidFill>
                  <a:srgbClr val="50646E"/>
                </a:solidFill>
              </a:rPr>
              <a:t>를 입력해주세요</a:t>
            </a:r>
            <a:r>
              <a:rPr lang="en-US" altLang="ko-KR" sz="1600" dirty="0">
                <a:solidFill>
                  <a:srgbClr val="50646E"/>
                </a:solidFill>
              </a:rPr>
              <a:t>.</a:t>
            </a:r>
          </a:p>
          <a:p>
            <a:pPr defTabSz="914400">
              <a:spcBef>
                <a:spcPct val="20000"/>
              </a:spcBef>
            </a:pPr>
            <a:r>
              <a:rPr lang="ko-KR" altLang="en-US" sz="1600" dirty="0">
                <a:solidFill>
                  <a:srgbClr val="50646E"/>
                </a:solidFill>
              </a:rPr>
              <a:t>최대 </a:t>
            </a:r>
            <a:r>
              <a:rPr lang="en-US" altLang="ko-KR" sz="1600" dirty="0">
                <a:solidFill>
                  <a:srgbClr val="50646E"/>
                </a:solidFill>
              </a:rPr>
              <a:t>2</a:t>
            </a:r>
            <a:r>
              <a:rPr lang="ko-KR" altLang="en-US" sz="1600" dirty="0">
                <a:solidFill>
                  <a:srgbClr val="50646E"/>
                </a:solidFill>
              </a:rPr>
              <a:t>줄까지 작성 가능합니다</a:t>
            </a:r>
            <a:r>
              <a:rPr lang="en-US" altLang="ko-KR" sz="1600" dirty="0">
                <a:solidFill>
                  <a:srgbClr val="50646E"/>
                </a:solidFill>
              </a:rPr>
              <a:t>.</a:t>
            </a:r>
            <a:endParaRPr lang="ko-KR" altLang="en-US" sz="1600" dirty="0">
              <a:solidFill>
                <a:srgbClr val="50646E"/>
              </a:solidFill>
            </a:endParaRPr>
          </a:p>
        </p:txBody>
      </p:sp>
      <p:sp>
        <p:nvSpPr>
          <p:cNvPr id="11" name="내용 개체 틀 10"/>
          <p:cNvSpPr>
            <a:spLocks noGrp="1"/>
          </p:cNvSpPr>
          <p:nvPr>
            <p:ph idx="13"/>
          </p:nvPr>
        </p:nvSpPr>
        <p:spPr/>
        <p:txBody>
          <a:bodyPr/>
          <a:lstStyle/>
          <a:p>
            <a:endParaRPr lang="ko-KR" altLang="en-US" dirty="0"/>
          </a:p>
        </p:txBody>
      </p:sp>
    </p:spTree>
    <p:extLst>
      <p:ext uri="{BB962C8B-B14F-4D97-AF65-F5344CB8AC3E}">
        <p14:creationId xmlns:p14="http://schemas.microsoft.com/office/powerpoint/2010/main" val="1324897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noAutofit/>
          </a:bodyPr>
          <a:lstStyle/>
          <a:p>
            <a:r>
              <a:rPr lang="en-US" altLang="ko-KR" sz="4700" dirty="0" smtClean="0"/>
              <a:t>04</a:t>
            </a:r>
            <a:r>
              <a:rPr lang="ko-KR" altLang="en-US" sz="4700" dirty="0" smtClean="0"/>
              <a:t>번</a:t>
            </a:r>
            <a:r>
              <a:rPr lang="en-US" altLang="ko-KR" sz="4700" dirty="0" smtClean="0"/>
              <a:t> </a:t>
            </a:r>
            <a:r>
              <a:rPr lang="ko-KR" altLang="en-US" sz="4700" dirty="0" smtClean="0"/>
              <a:t>항목 </a:t>
            </a:r>
            <a:r>
              <a:rPr lang="en-US" altLang="ko-KR" sz="4700" dirty="0" smtClean="0"/>
              <a:t/>
            </a:r>
            <a:br>
              <a:rPr lang="en-US" altLang="ko-KR" sz="4700" dirty="0" smtClean="0"/>
            </a:br>
            <a:r>
              <a:rPr lang="ko-KR" altLang="en-US" sz="4700" dirty="0" smtClean="0"/>
              <a:t>수행 시간 측정 </a:t>
            </a:r>
            <a:r>
              <a:rPr lang="en-US" altLang="ko-KR" sz="4700" dirty="0" smtClean="0"/>
              <a:t/>
            </a:r>
            <a:br>
              <a:rPr lang="en-US" altLang="ko-KR" sz="4700" dirty="0" smtClean="0"/>
            </a:br>
            <a:r>
              <a:rPr lang="ko-KR" altLang="en-US" sz="4700" dirty="0" smtClean="0"/>
              <a:t>및 성능 개선</a:t>
            </a:r>
            <a:endParaRPr lang="ko-KR" altLang="en-US" sz="4700" dirty="0"/>
          </a:p>
        </p:txBody>
      </p:sp>
      <p:sp>
        <p:nvSpPr>
          <p:cNvPr id="5" name="텍스트 개체 틀 4"/>
          <p:cNvSpPr>
            <a:spLocks noGrp="1"/>
          </p:cNvSpPr>
          <p:nvPr>
            <p:ph type="body" sz="quarter" idx="10"/>
          </p:nvPr>
        </p:nvSpPr>
        <p:spPr/>
        <p:txBody>
          <a:bodyPr anchor="ctr"/>
          <a:lstStyle/>
          <a:p>
            <a:pPr>
              <a:lnSpc>
                <a:spcPct val="150000"/>
              </a:lnSpc>
            </a:pPr>
            <a:r>
              <a:rPr lang="en-US" altLang="ko-KR" dirty="0">
                <a:latin typeface="다키 L" pitchFamily="2" charset="-127"/>
                <a:ea typeface="다키 L" pitchFamily="2" charset="-127"/>
              </a:rPr>
              <a:t>1)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2)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a:p>
            <a:pPr>
              <a:lnSpc>
                <a:spcPct val="150000"/>
              </a:lnSpc>
            </a:pPr>
            <a:r>
              <a:rPr lang="en-US" altLang="ko-KR" dirty="0">
                <a:latin typeface="다키 L" pitchFamily="2" charset="-127"/>
                <a:ea typeface="다키 L" pitchFamily="2" charset="-127"/>
              </a:rPr>
              <a:t>3) </a:t>
            </a:r>
            <a:r>
              <a:rPr lang="ko-KR" altLang="en-US" dirty="0">
                <a:latin typeface="다키 L" pitchFamily="2" charset="-127"/>
                <a:ea typeface="다키 L" pitchFamily="2" charset="-127"/>
              </a:rPr>
              <a:t>소제목을 입력해주세요</a:t>
            </a:r>
            <a:r>
              <a:rPr lang="en-US" altLang="ko-KR" dirty="0">
                <a:latin typeface="다키 L" pitchFamily="2" charset="-127"/>
                <a:ea typeface="다키 L" pitchFamily="2" charset="-127"/>
              </a:rPr>
              <a:t>. </a:t>
            </a:r>
          </a:p>
        </p:txBody>
      </p:sp>
      <p:sp>
        <p:nvSpPr>
          <p:cNvPr id="6" name="텍스트 개체 틀 5"/>
          <p:cNvSpPr>
            <a:spLocks noGrp="1"/>
          </p:cNvSpPr>
          <p:nvPr>
            <p:ph type="body" sz="quarter" idx="11"/>
          </p:nvPr>
        </p:nvSpPr>
        <p:spPr/>
        <p:txBody>
          <a:bodyPr>
            <a:noAutofit/>
          </a:bodyPr>
          <a:lstStyle/>
          <a:p>
            <a:r>
              <a:rPr lang="en-US" altLang="ko-KR" sz="6000" dirty="0" smtClean="0">
                <a:solidFill>
                  <a:srgbClr val="2484C6"/>
                </a:solidFill>
                <a:latin typeface="다키 M Title" pitchFamily="2" charset="-127"/>
                <a:ea typeface="다키 M Title" pitchFamily="2" charset="-127"/>
              </a:rPr>
              <a:t>05</a:t>
            </a:r>
            <a:endParaRPr lang="ko-KR" altLang="en-US" sz="6000" dirty="0">
              <a:solidFill>
                <a:srgbClr val="2484C6"/>
              </a:solidFill>
              <a:latin typeface="다키 M Title" pitchFamily="2" charset="-127"/>
              <a:ea typeface="다키 M Title" pitchFamily="2" charset="-127"/>
            </a:endParaRPr>
          </a:p>
        </p:txBody>
      </p:sp>
    </p:spTree>
    <p:extLst>
      <p:ext uri="{BB962C8B-B14F-4D97-AF65-F5344CB8AC3E}">
        <p14:creationId xmlns:p14="http://schemas.microsoft.com/office/powerpoint/2010/main" val="2753268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p:cNvSpPr>
            <a:spLocks noGrp="1"/>
          </p:cNvSpPr>
          <p:nvPr>
            <p:ph type="body" sz="quarter" idx="10"/>
          </p:nvPr>
        </p:nvSpPr>
        <p:spPr/>
        <p:txBody>
          <a:bodyPr>
            <a:normAutofit/>
          </a:bodyPr>
          <a:lstStyle/>
          <a:p>
            <a:pPr algn="r"/>
            <a:r>
              <a:rPr lang="en-US" altLang="ko-KR" sz="1600" dirty="0" smtClean="0"/>
              <a:t>Large Title </a:t>
            </a:r>
            <a:r>
              <a:rPr lang="ko-KR" altLang="en-US" sz="1600" dirty="0" smtClean="0"/>
              <a:t>입력</a:t>
            </a:r>
            <a:endParaRPr lang="ko-KR" altLang="en-US" sz="1600" dirty="0"/>
          </a:p>
        </p:txBody>
      </p:sp>
      <p:sp>
        <p:nvSpPr>
          <p:cNvPr id="5" name="텍스트 개체 틀 4"/>
          <p:cNvSpPr>
            <a:spLocks noGrp="1"/>
          </p:cNvSpPr>
          <p:nvPr>
            <p:ph type="body" sz="quarter" idx="11"/>
          </p:nvPr>
        </p:nvSpPr>
        <p:spPr/>
        <p:txBody>
          <a:bodyPr/>
          <a:lstStyle/>
          <a:p>
            <a:r>
              <a:rPr lang="ko-KR" altLang="en-US" dirty="0" smtClean="0"/>
              <a:t>타이틀을 입력해주세요</a:t>
            </a:r>
            <a:r>
              <a:rPr lang="en-US" altLang="ko-KR" dirty="0" smtClean="0"/>
              <a:t>.</a:t>
            </a:r>
            <a:endParaRPr lang="ko-KR" altLang="en-US" dirty="0"/>
          </a:p>
        </p:txBody>
      </p:sp>
      <p:sp>
        <p:nvSpPr>
          <p:cNvPr id="10" name="텍스트 개체 틀 4"/>
          <p:cNvSpPr>
            <a:spLocks noGrp="1"/>
          </p:cNvSpPr>
          <p:nvPr>
            <p:ph type="body" sz="quarter" idx="12"/>
          </p:nvPr>
        </p:nvSpPr>
        <p:spPr>
          <a:xfrm>
            <a:off x="234132" y="828303"/>
            <a:ext cx="7956884" cy="835266"/>
          </a:xfrm>
        </p:spPr>
        <p:txBody>
          <a:bodyPr vert="horz" lIns="91440" tIns="45720" rIns="91440" bIns="45720" rtlCol="0">
            <a:normAutofit/>
          </a:bodyPr>
          <a:lstStyle/>
          <a:p>
            <a:pPr defTabSz="914400">
              <a:spcBef>
                <a:spcPct val="20000"/>
              </a:spcBef>
            </a:pPr>
            <a:r>
              <a:rPr lang="en-US" altLang="ko-KR" sz="1600" dirty="0">
                <a:solidFill>
                  <a:srgbClr val="50646E"/>
                </a:solidFill>
              </a:rPr>
              <a:t>Summary</a:t>
            </a:r>
            <a:r>
              <a:rPr lang="ko-KR" altLang="en-US" sz="1600" dirty="0">
                <a:solidFill>
                  <a:srgbClr val="50646E"/>
                </a:solidFill>
              </a:rPr>
              <a:t>를 입력해주세요</a:t>
            </a:r>
            <a:r>
              <a:rPr lang="en-US" altLang="ko-KR" sz="1600" dirty="0">
                <a:solidFill>
                  <a:srgbClr val="50646E"/>
                </a:solidFill>
              </a:rPr>
              <a:t>.</a:t>
            </a:r>
          </a:p>
          <a:p>
            <a:pPr defTabSz="914400">
              <a:spcBef>
                <a:spcPct val="20000"/>
              </a:spcBef>
            </a:pPr>
            <a:r>
              <a:rPr lang="ko-KR" altLang="en-US" sz="1600" dirty="0">
                <a:solidFill>
                  <a:srgbClr val="50646E"/>
                </a:solidFill>
              </a:rPr>
              <a:t>최대 </a:t>
            </a:r>
            <a:r>
              <a:rPr lang="en-US" altLang="ko-KR" sz="1600" dirty="0">
                <a:solidFill>
                  <a:srgbClr val="50646E"/>
                </a:solidFill>
              </a:rPr>
              <a:t>2</a:t>
            </a:r>
            <a:r>
              <a:rPr lang="ko-KR" altLang="en-US" sz="1600" dirty="0">
                <a:solidFill>
                  <a:srgbClr val="50646E"/>
                </a:solidFill>
              </a:rPr>
              <a:t>줄까지 작성 가능합니다</a:t>
            </a:r>
            <a:r>
              <a:rPr lang="en-US" altLang="ko-KR" sz="1600" dirty="0">
                <a:solidFill>
                  <a:srgbClr val="50646E"/>
                </a:solidFill>
              </a:rPr>
              <a:t>.</a:t>
            </a:r>
            <a:endParaRPr lang="ko-KR" altLang="en-US" sz="1600" dirty="0">
              <a:solidFill>
                <a:srgbClr val="50646E"/>
              </a:solidFill>
            </a:endParaRPr>
          </a:p>
        </p:txBody>
      </p:sp>
      <p:sp>
        <p:nvSpPr>
          <p:cNvPr id="11" name="내용 개체 틀 10"/>
          <p:cNvSpPr>
            <a:spLocks noGrp="1"/>
          </p:cNvSpPr>
          <p:nvPr>
            <p:ph idx="13"/>
          </p:nvPr>
        </p:nvSpPr>
        <p:spPr/>
        <p:txBody>
          <a:bodyPr/>
          <a:lstStyle/>
          <a:p>
            <a:endParaRPr lang="ko-KR" altLang="en-US" dirty="0"/>
          </a:p>
        </p:txBody>
      </p:sp>
    </p:spTree>
    <p:extLst>
      <p:ext uri="{BB962C8B-B14F-4D97-AF65-F5344CB8AC3E}">
        <p14:creationId xmlns:p14="http://schemas.microsoft.com/office/powerpoint/2010/main" val="1113587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Thank you</a:t>
            </a:r>
            <a:endParaRPr lang="ko-KR" altLang="en-US" dirty="0"/>
          </a:p>
        </p:txBody>
      </p:sp>
    </p:spTree>
    <p:extLst>
      <p:ext uri="{BB962C8B-B14F-4D97-AF65-F5344CB8AC3E}">
        <p14:creationId xmlns:p14="http://schemas.microsoft.com/office/powerpoint/2010/main" val="2152311306"/>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개요</a:t>
            </a:r>
          </a:p>
        </p:txBody>
      </p:sp>
      <p:sp>
        <p:nvSpPr>
          <p:cNvPr id="4" name="Text Placeholder 3"/>
          <p:cNvSpPr>
            <a:spLocks noGrp="1"/>
          </p:cNvSpPr>
          <p:nvPr>
            <p:ph type="body" idx="11" sz="quarter"/>
          </p:nvPr>
        </p:nvSpPr>
        <p:spPr/>
        <p:txBody>
          <a:bodyPr/>
          <a:lstStyle/>
          <a:p>
            <a:r>
              <a:t>메타데이터 역공학을 통한 BO 스키마 구조 분석 및 트랜잭션 실증</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설계 문서 없이 DB 메타데이터만으로 구조를 역산하고, 7대 트랜잭션 시나리오로 ACID 속성을 실증했다.</a:t>
            </a:r>
          </a:p>
        </p:txBody>
      </p:sp>
      <p:sp>
        <p:nvSpPr>
          <p:cNvPr id="6" name="TextBox 5"/>
          <p:cNvSpPr txBox="1"/>
          <p:nvPr/>
        </p:nvSpPr>
        <p:spPr>
          <a:xfrm>
            <a:off x="306388" y="1764296"/>
            <a:ext cx="10080872" cy="5200129"/>
          </a:xfrm>
          <a:prstGeom prst="rect">
            <a:avLst/>
          </a:prstGeom>
          <a:noFill/>
        </p:spPr>
        <p:txBody>
          <a:bodyPr wrap="square">
            <a:spAutoFit/>
          </a:bodyPr>
          <a:lstStyle/>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온라인 서점 주문관리 'BO' 스키마 대상 데이터 모델 역공학 수행</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데이터베이스 자체 메타데이터(DDL) 및 제약조건 기반 참조 구조 도출</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실측 쿼리를 통한 운영 데이터 이상치 탐지 및 합성 데이터 성격 규명</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7대 핵심 업무 시나리오 기반 트랜잭션 시뮬레이션 및 ACID 속성 실증 완료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분석 방법론</a:t>
            </a:r>
          </a:p>
        </p:txBody>
      </p:sp>
      <p:sp>
        <p:nvSpPr>
          <p:cNvPr id="4" name="Text Placeholder 3"/>
          <p:cNvSpPr>
            <a:spLocks noGrp="1"/>
          </p:cNvSpPr>
          <p:nvPr>
            <p:ph type="body" idx="11" sz="quarter"/>
          </p:nvPr>
        </p:nvSpPr>
        <p:spPr/>
        <p:txBody>
          <a:bodyPr/>
          <a:lstStyle/>
          <a:p>
            <a:r>
              <a:t>설계 문서가 없는 환경에서 메타데이터 기반 데이터 모델 역산의 타당성</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정적 분석에 그치지 않고 실패 경로를 주입해 무결성 제약을 실증하는 2단계 방법론을 채택했다.</a:t>
            </a:r>
          </a:p>
        </p:txBody>
      </p:sp>
      <p:sp>
        <p:nvSpPr>
          <p:cNvPr id="6" name="TextBox 5"/>
          <p:cNvSpPr txBox="1"/>
          <p:nvPr/>
        </p:nvSpPr>
        <p:spPr>
          <a:xfrm>
            <a:off x="306388" y="1764296"/>
            <a:ext cx="10080872" cy="5200129"/>
          </a:xfrm>
          <a:prstGeom prst="rect">
            <a:avLst/>
          </a:prstGeom>
          <a:noFill/>
        </p:spPr>
        <p:txBody>
          <a:bodyPr wrap="square">
            <a:spAutoFit/>
          </a:bodyPr>
          <a:lstStyle/>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DBMS_METADATA.GET_DDL 활용을 통한 주요 테이블 및 인덱스 실제 정의 추출</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제약조건 명명 규칙(_PK, _F1, _N1) 및 코드성 컬럼 주석을 1차 자료로 해석</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설계자의 내포된 의도를 코드로 추적하여 데이터 모델 구조를 역산으로 구체화</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구조적 정적 분석에 그치지 않고 실패 경로(ROLLBACK)를 주입하는 2단계 방법론 채택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대상 스키마 개요</a:t>
            </a:r>
          </a:p>
        </p:txBody>
      </p:sp>
      <p:sp>
        <p:nvSpPr>
          <p:cNvPr id="4" name="Text Placeholder 3"/>
          <p:cNvSpPr>
            <a:spLocks noGrp="1"/>
          </p:cNvSpPr>
          <p:nvPr>
            <p:ph type="body" idx="11" sz="quarter"/>
          </p:nvPr>
        </p:nvSpPr>
        <p:spPr/>
        <p:txBody>
          <a:bodyPr/>
          <a:lstStyle/>
          <a:p>
            <a:r>
              <a:t>온라인 서점 도메인 특성을 반영한 6개 업무 영역 및 17개 테이블 구성 현황</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PRODUCTS의 ISBN_NO·WRITER_NAME 컬럼이 온라인 서점 도메인임을 보여주는 핵심 근거다.</a:t>
            </a:r>
          </a:p>
        </p:txBody>
      </p:sp>
      <p:sp>
        <p:nvSpPr>
          <p:cNvPr id="6" name="TextBox 5"/>
          <p:cNvSpPr txBox="1"/>
          <p:nvPr/>
        </p:nvSpPr>
        <p:spPr>
          <a:xfrm>
            <a:off x="306388" y="1764296"/>
            <a:ext cx="4600000" cy="5200129"/>
          </a:xfrm>
          <a:prstGeom prst="rect">
            <a:avLst/>
          </a:prstGeom>
          <a:noFill/>
        </p:spPr>
        <p:txBody>
          <a:bodyPr wrap="square">
            <a:spAutoFit/>
          </a:bodyPr>
          <a:lstStyle/>
          <a:p>
            <a:pPr>
              <a:lnSpc>
                <a:spcPct val="115000"/>
              </a:lnSpc>
              <a:spcAft>
                <a:spcPts val="1400"/>
              </a:spcAft>
            </a:pPr>
            <a:r>
              <a:rPr sz="1550" b="1">
                <a:solidFill>
                  <a:srgbClr val="2484C6"/>
                </a:solidFill>
                <a:latin typeface="다키 L"/>
                <a:ea typeface="다키 L"/>
              </a:rPr>
              <a:t>●  </a:t>
            </a:r>
            <a:r>
              <a:rPr sz="1550" b="0">
                <a:solidFill>
                  <a:srgbClr val="39424A"/>
                </a:solidFill>
                <a:latin typeface="다키 L"/>
                <a:ea typeface="다키 L"/>
              </a:rPr>
              <a:t>PRODUCTS 테이블 내 ISBN_NO, WRITER_NAME 존재로 서점 도메인 판별</a:t>
            </a:r>
          </a:p>
          <a:p>
            <a:pPr>
              <a:lnSpc>
                <a:spcPct val="115000"/>
              </a:lnSpc>
              <a:spcAft>
                <a:spcPts val="1400"/>
              </a:spcAft>
            </a:pPr>
            <a:r>
              <a:rPr sz="1550" b="1">
                <a:solidFill>
                  <a:srgbClr val="2484C6"/>
                </a:solidFill>
                <a:latin typeface="다키 L"/>
                <a:ea typeface="다키 L"/>
              </a:rPr>
              <a:t>●  </a:t>
            </a:r>
            <a:r>
              <a:rPr sz="1550" b="0">
                <a:solidFill>
                  <a:srgbClr val="39424A"/>
                </a:solidFill>
                <a:latin typeface="다키 L"/>
                <a:ea typeface="다키 L"/>
              </a:rPr>
              <a:t>전체 17개 테이블 구성: 업무 엔티티 12개, 성능 및 대용량 실습 보조 테이블 5개</a:t>
            </a:r>
          </a:p>
          <a:p>
            <a:pPr>
              <a:lnSpc>
                <a:spcPct val="115000"/>
              </a:lnSpc>
              <a:spcAft>
                <a:spcPts val="1400"/>
              </a:spcAft>
            </a:pPr>
            <a:r>
              <a:rPr sz="1550" b="1">
                <a:solidFill>
                  <a:srgbClr val="2484C6"/>
                </a:solidFill>
                <a:latin typeface="다키 L"/>
                <a:ea typeface="다키 L"/>
              </a:rPr>
              <a:t>●  </a:t>
            </a:r>
            <a:r>
              <a:rPr sz="1550" b="0">
                <a:solidFill>
                  <a:srgbClr val="39424A"/>
                </a:solidFill>
                <a:latin typeface="다키 L"/>
                <a:ea typeface="다키 L"/>
              </a:rPr>
              <a:t>대용량 복합 인덱스 검증을 위한 1,000,000건 스냅샷 테이블(BO_TEST) 활용</a:t>
            </a:r>
          </a:p>
        </p:txBody>
      </p:sp>
      <p:graphicFrame>
        <p:nvGraphicFramePr>
          <p:cNvPr id="7" name="Table 6"/>
          <p:cNvGraphicFramePr>
            <a:graphicFrameLocks noGrp="1"/>
          </p:cNvGraphicFramePr>
          <p:nvPr/>
        </p:nvGraphicFramePr>
        <p:xfrm>
          <a:off x="5100000" y="1764296"/>
          <a:ext cx="5287260" cy="5200129"/>
        </p:xfrm>
        <a:graphic>
          <a:graphicData uri="http://schemas.openxmlformats.org/drawingml/2006/table">
            <a:tbl>
              <a:tblPr firstRow="1" bandRow="1">
                <a:tableStyleId>{5C22544A-7EE6-4342-B048-85BDC9FD1C3A}</a:tableStyleId>
              </a:tblPr>
              <a:tblGrid>
                <a:gridCol w="881210"/>
                <a:gridCol w="1762420"/>
                <a:gridCol w="2643630"/>
              </a:tblGrid>
              <a:tr h="742875">
                <a:tc>
                  <a:txBody>
                    <a:bodyPr/>
                    <a:lstStyle/>
                    <a:p>
                      <a:pPr algn="ctr"/>
                      <a:r>
                        <a:rPr sz="1100" b="1">
                          <a:solidFill>
                            <a:srgbClr val="FFFFFF"/>
                          </a:solidFill>
                          <a:latin typeface="다키 L"/>
                          <a:ea typeface="다키 L"/>
                        </a:rPr>
                        <a:t>업무 영역</a:t>
                      </a:r>
                    </a:p>
                  </a:txBody>
                  <a:tcPr anchor="ctr">
                    <a:solidFill>
                      <a:srgbClr val="2484C6"/>
                    </a:solidFill>
                  </a:tcPr>
                </a:tc>
                <a:tc>
                  <a:txBody>
                    <a:bodyPr/>
                    <a:lstStyle/>
                    <a:p>
                      <a:pPr algn="ctr"/>
                      <a:r>
                        <a:rPr sz="1100" b="1">
                          <a:solidFill>
                            <a:srgbClr val="FFFFFF"/>
                          </a:solidFill>
                          <a:latin typeface="다키 L"/>
                          <a:ea typeface="다키 L"/>
                        </a:rPr>
                        <a:t>테이블명</a:t>
                      </a:r>
                    </a:p>
                  </a:txBody>
                  <a:tcPr anchor="ctr">
                    <a:solidFill>
                      <a:srgbClr val="2484C6"/>
                    </a:solidFill>
                  </a:tcPr>
                </a:tc>
                <a:tc>
                  <a:txBody>
                    <a:bodyPr/>
                    <a:lstStyle/>
                    <a:p>
                      <a:pPr algn="ctr"/>
                      <a:r>
                        <a:rPr sz="1100" b="1">
                          <a:solidFill>
                            <a:srgbClr val="FFFFFF"/>
                          </a:solidFill>
                          <a:latin typeface="다키 L"/>
                          <a:ea typeface="다키 L"/>
                        </a:rPr>
                        <a:t>역할</a:t>
                      </a:r>
                    </a:p>
                  </a:txBody>
                  <a:tcPr anchor="ctr">
                    <a:solidFill>
                      <a:srgbClr val="2484C6"/>
                    </a:solidFill>
                  </a:tcPr>
                </a:tc>
              </a:tr>
              <a:tr h="742875">
                <a:tc>
                  <a:txBody>
                    <a:bodyPr/>
                    <a:lstStyle/>
                    <a:p>
                      <a:r>
                        <a:rPr sz="1000" b="0">
                          <a:solidFill>
                            <a:srgbClr val="39424A"/>
                          </a:solidFill>
                          <a:latin typeface="다키 L"/>
                          <a:ea typeface="다키 L"/>
                        </a:rPr>
                        <a:t>고객</a:t>
                      </a:r>
                    </a:p>
                  </a:txBody>
                  <a:tcPr anchor="ctr" marT="45720" marB="45720">
                    <a:solidFill>
                      <a:srgbClr val="F3F7FA"/>
                    </a:solidFill>
                  </a:tcPr>
                </a:tc>
                <a:tc>
                  <a:txBody>
                    <a:bodyPr/>
                    <a:lstStyle/>
                    <a:p>
                      <a:r>
                        <a:rPr sz="1000" b="0">
                          <a:solidFill>
                            <a:srgbClr val="39424A"/>
                          </a:solidFill>
                          <a:latin typeface="다키 L"/>
                          <a:ea typeface="다키 L"/>
                        </a:rPr>
                        <a:t>CUSTOMERS, CUST_CONTACTS,</a:t>
                      </a:r>
                    </a:p>
                    <a:p>
                      <a:r>
                        <a:rPr sz="1000" b="0">
                          <a:solidFill>
                            <a:srgbClr val="39424A"/>
                          </a:solidFill>
                          <a:latin typeface="다키 L"/>
                          <a:ea typeface="다키 L"/>
                        </a:rPr>
                        <a:t>SHIPMENT_ADDRESSES</a:t>
                      </a:r>
                    </a:p>
                  </a:txBody>
                  <a:tcPr anchor="ctr" marT="45720" marB="45720">
                    <a:solidFill>
                      <a:srgbClr val="F3F7FA"/>
                    </a:solidFill>
                  </a:tcPr>
                </a:tc>
                <a:tc>
                  <a:txBody>
                    <a:bodyPr/>
                    <a:lstStyle/>
                    <a:p>
                      <a:r>
                        <a:rPr sz="1000" b="0">
                          <a:solidFill>
                            <a:srgbClr val="39424A"/>
                          </a:solidFill>
                          <a:latin typeface="다키 L"/>
                          <a:ea typeface="다키 L"/>
                        </a:rPr>
                        <a:t>회원 정보 및 다중 연락처, 배송지 관리</a:t>
                      </a:r>
                    </a:p>
                  </a:txBody>
                  <a:tcPr anchor="ctr" marT="45720" marB="45720">
                    <a:solidFill>
                      <a:srgbClr val="F3F7FA"/>
                    </a:solidFill>
                  </a:tcPr>
                </a:tc>
              </a:tr>
              <a:tr h="742875">
                <a:tc>
                  <a:txBody>
                    <a:bodyPr/>
                    <a:lstStyle/>
                    <a:p>
                      <a:r>
                        <a:rPr sz="1000" b="0">
                          <a:solidFill>
                            <a:srgbClr val="39424A"/>
                          </a:solidFill>
                          <a:latin typeface="다키 L"/>
                          <a:ea typeface="다키 L"/>
                        </a:rPr>
                        <a:t>주문</a:t>
                      </a:r>
                    </a:p>
                  </a:txBody>
                  <a:tcPr anchor="ctr" marT="45720" marB="45720">
                    <a:solidFill>
                      <a:srgbClr val="FFFFFF"/>
                    </a:solidFill>
                  </a:tcPr>
                </a:tc>
                <a:tc>
                  <a:txBody>
                    <a:bodyPr/>
                    <a:lstStyle/>
                    <a:p>
                      <a:r>
                        <a:rPr sz="1000" b="0">
                          <a:solidFill>
                            <a:srgbClr val="39424A"/>
                          </a:solidFill>
                          <a:latin typeface="다키 L"/>
                          <a:ea typeface="다키 L"/>
                        </a:rPr>
                        <a:t>ORDERS, ORDER_ITEMS</a:t>
                      </a:r>
                    </a:p>
                  </a:txBody>
                  <a:tcPr anchor="ctr" marT="45720" marB="45720">
                    <a:solidFill>
                      <a:srgbClr val="FFFFFF"/>
                    </a:solidFill>
                  </a:tcPr>
                </a:tc>
                <a:tc>
                  <a:txBody>
                    <a:bodyPr/>
                    <a:lstStyle/>
                    <a:p>
                      <a:r>
                        <a:rPr sz="1000" b="0">
                          <a:solidFill>
                            <a:srgbClr val="39424A"/>
                          </a:solidFill>
                          <a:latin typeface="다키 L"/>
                          <a:ea typeface="다키 L"/>
                        </a:rPr>
                        <a:t>주문 헤더/상세 (Header-Detail 패턴)</a:t>
                      </a:r>
                    </a:p>
                  </a:txBody>
                  <a:tcPr anchor="ctr" marT="45720" marB="45720">
                    <a:solidFill>
                      <a:srgbClr val="FFFFFF"/>
                    </a:solidFill>
                  </a:tcPr>
                </a:tc>
              </a:tr>
              <a:tr h="742875">
                <a:tc>
                  <a:txBody>
                    <a:bodyPr/>
                    <a:lstStyle/>
                    <a:p>
                      <a:r>
                        <a:rPr sz="1000" b="0">
                          <a:solidFill>
                            <a:srgbClr val="39424A"/>
                          </a:solidFill>
                          <a:latin typeface="다키 L"/>
                          <a:ea typeface="다키 L"/>
                        </a:rPr>
                        <a:t>상품</a:t>
                      </a:r>
                    </a:p>
                  </a:txBody>
                  <a:tcPr anchor="ctr" marT="45720" marB="45720">
                    <a:solidFill>
                      <a:srgbClr val="F3F7FA"/>
                    </a:solidFill>
                  </a:tcPr>
                </a:tc>
                <a:tc>
                  <a:txBody>
                    <a:bodyPr/>
                    <a:lstStyle/>
                    <a:p>
                      <a:r>
                        <a:rPr sz="1000" b="0">
                          <a:solidFill>
                            <a:srgbClr val="39424A"/>
                          </a:solidFill>
                          <a:latin typeface="다키 L"/>
                          <a:ea typeface="다키 L"/>
                        </a:rPr>
                        <a:t>PRODUCTS, CATEGORIES,</a:t>
                      </a:r>
                    </a:p>
                    <a:p>
                      <a:r>
                        <a:rPr sz="1000" b="0">
                          <a:solidFill>
                            <a:srgbClr val="39424A"/>
                          </a:solidFill>
                          <a:latin typeface="다키 L"/>
                          <a:ea typeface="다키 L"/>
                        </a:rPr>
                        <a:t>CORPORATIONS</a:t>
                      </a:r>
                    </a:p>
                  </a:txBody>
                  <a:tcPr anchor="ctr" marT="45720" marB="45720">
                    <a:solidFill>
                      <a:srgbClr val="F3F7FA"/>
                    </a:solidFill>
                  </a:tcPr>
                </a:tc>
                <a:tc>
                  <a:txBody>
                    <a:bodyPr/>
                    <a:lstStyle/>
                    <a:p>
                      <a:r>
                        <a:rPr sz="1000" b="0">
                          <a:solidFill>
                            <a:srgbClr val="39424A"/>
                          </a:solidFill>
                          <a:latin typeface="다키 L"/>
                          <a:ea typeface="다키 L"/>
                        </a:rPr>
                        <a:t>도서 상품·카테고리·협력업체 관리</a:t>
                      </a:r>
                    </a:p>
                  </a:txBody>
                  <a:tcPr anchor="ctr" marT="45720" marB="45720">
                    <a:solidFill>
                      <a:srgbClr val="F3F7FA"/>
                    </a:solidFill>
                  </a:tcPr>
                </a:tc>
              </a:tr>
              <a:tr h="742875">
                <a:tc>
                  <a:txBody>
                    <a:bodyPr/>
                    <a:lstStyle/>
                    <a:p>
                      <a:r>
                        <a:rPr sz="1000" b="0">
                          <a:solidFill>
                            <a:srgbClr val="39424A"/>
                          </a:solidFill>
                          <a:latin typeface="다키 L"/>
                          <a:ea typeface="다키 L"/>
                        </a:rPr>
                        <a:t>배송</a:t>
                      </a:r>
                    </a:p>
                  </a:txBody>
                  <a:tcPr anchor="ctr" marT="45720" marB="45720">
                    <a:solidFill>
                      <a:srgbClr val="FFFFFF"/>
                    </a:solidFill>
                  </a:tcPr>
                </a:tc>
                <a:tc>
                  <a:txBody>
                    <a:bodyPr/>
                    <a:lstStyle/>
                    <a:p>
                      <a:r>
                        <a:rPr sz="1000" b="0">
                          <a:solidFill>
                            <a:srgbClr val="39424A"/>
                          </a:solidFill>
                          <a:latin typeface="다키 L"/>
                          <a:ea typeface="다키 L"/>
                        </a:rPr>
                        <a:t>SHIPMENTS</a:t>
                      </a:r>
                    </a:p>
                  </a:txBody>
                  <a:tcPr anchor="ctr" marT="45720" marB="45720">
                    <a:solidFill>
                      <a:srgbClr val="FFFFFF"/>
                    </a:solidFill>
                  </a:tcPr>
                </a:tc>
                <a:tc>
                  <a:txBody>
                    <a:bodyPr/>
                    <a:lstStyle/>
                    <a:p>
                      <a:r>
                        <a:rPr sz="1000" b="0">
                          <a:solidFill>
                            <a:srgbClr val="39424A"/>
                          </a:solidFill>
                          <a:latin typeface="다키 L"/>
                          <a:ea typeface="다키 L"/>
                        </a:rPr>
                        <a:t>배송 진행 상태 추적</a:t>
                      </a:r>
                    </a:p>
                  </a:txBody>
                  <a:tcPr anchor="ctr" marT="45720" marB="45720">
                    <a:solidFill>
                      <a:srgbClr val="FFFFFF"/>
                    </a:solidFill>
                  </a:tcPr>
                </a:tc>
              </a:tr>
              <a:tr h="742875">
                <a:tc>
                  <a:txBody>
                    <a:bodyPr/>
                    <a:lstStyle/>
                    <a:p>
                      <a:r>
                        <a:rPr sz="1000" b="0">
                          <a:solidFill>
                            <a:srgbClr val="39424A"/>
                          </a:solidFill>
                          <a:latin typeface="다키 L"/>
                          <a:ea typeface="다키 L"/>
                        </a:rPr>
                        <a:t>문의</a:t>
                      </a:r>
                    </a:p>
                  </a:txBody>
                  <a:tcPr anchor="ctr" marT="45720" marB="45720">
                    <a:solidFill>
                      <a:srgbClr val="F3F7FA"/>
                    </a:solidFill>
                  </a:tcPr>
                </a:tc>
                <a:tc>
                  <a:txBody>
                    <a:bodyPr/>
                    <a:lstStyle/>
                    <a:p>
                      <a:r>
                        <a:rPr sz="1000" b="0">
                          <a:solidFill>
                            <a:srgbClr val="39424A"/>
                          </a:solidFill>
                          <a:latin typeface="다키 L"/>
                          <a:ea typeface="다키 L"/>
                        </a:rPr>
                        <a:t>INQUIRIES</a:t>
                      </a:r>
                    </a:p>
                  </a:txBody>
                  <a:tcPr anchor="ctr" marT="45720" marB="45720">
                    <a:solidFill>
                      <a:srgbClr val="F3F7FA"/>
                    </a:solidFill>
                  </a:tcPr>
                </a:tc>
                <a:tc>
                  <a:txBody>
                    <a:bodyPr/>
                    <a:lstStyle/>
                    <a:p>
                      <a:r>
                        <a:rPr sz="1000" b="0">
                          <a:solidFill>
                            <a:srgbClr val="39424A"/>
                          </a:solidFill>
                          <a:latin typeface="다키 L"/>
                          <a:ea typeface="다키 L"/>
                        </a:rPr>
                        <a:t>1:1 상담 티켓 (CLOB 대용량 텍스트)</a:t>
                      </a:r>
                    </a:p>
                  </a:txBody>
                  <a:tcPr anchor="ctr" marT="45720" marB="45720">
                    <a:solidFill>
                      <a:srgbClr val="F3F7FA"/>
                    </a:solidFill>
                  </a:tcPr>
                </a:tc>
              </a:tr>
              <a:tr h="742879">
                <a:tc>
                  <a:txBody>
                    <a:bodyPr/>
                    <a:lstStyle/>
                    <a:p>
                      <a:r>
                        <a:rPr sz="1000" b="0">
                          <a:solidFill>
                            <a:srgbClr val="39424A"/>
                          </a:solidFill>
                          <a:latin typeface="다키 L"/>
                          <a:ea typeface="다키 L"/>
                        </a:rPr>
                        <a:t>조직</a:t>
                      </a:r>
                    </a:p>
                  </a:txBody>
                  <a:tcPr anchor="ctr" marT="45720" marB="45720">
                    <a:solidFill>
                      <a:srgbClr val="FFFFFF"/>
                    </a:solidFill>
                  </a:tcPr>
                </a:tc>
                <a:tc>
                  <a:txBody>
                    <a:bodyPr/>
                    <a:lstStyle/>
                    <a:p>
                      <a:r>
                        <a:rPr sz="1000" b="0">
                          <a:solidFill>
                            <a:srgbClr val="39424A"/>
                          </a:solidFill>
                          <a:latin typeface="다키 L"/>
                          <a:ea typeface="다키 L"/>
                        </a:rPr>
                        <a:t>EMPLOYEES, DEPARTMENTS</a:t>
                      </a:r>
                    </a:p>
                  </a:txBody>
                  <a:tcPr anchor="ctr" marT="45720" marB="45720">
                    <a:solidFill>
                      <a:srgbClr val="FFFFFF"/>
                    </a:solidFill>
                  </a:tcPr>
                </a:tc>
                <a:tc>
                  <a:txBody>
                    <a:bodyPr/>
                    <a:lstStyle/>
                    <a:p>
                      <a:r>
                        <a:rPr sz="1000" b="0">
                          <a:solidFill>
                            <a:srgbClr val="39424A"/>
                          </a:solidFill>
                          <a:latin typeface="다키 L"/>
                          <a:ea typeface="다키 L"/>
                        </a:rPr>
                        <a:t>사원/부서 (자기참조 계층 트리)</a:t>
                      </a:r>
                    </a:p>
                  </a:txBody>
                  <a:tcPr anchor="ctr" marT="45720" marB="45720">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구조 분석</a:t>
            </a:r>
          </a:p>
        </p:txBody>
      </p:sp>
      <p:sp>
        <p:nvSpPr>
          <p:cNvPr id="4" name="Text Placeholder 3"/>
          <p:cNvSpPr>
            <a:spLocks noGrp="1"/>
          </p:cNvSpPr>
          <p:nvPr>
            <p:ph type="body" idx="11" sz="quarter"/>
          </p:nvPr>
        </p:nvSpPr>
        <p:spPr/>
        <p:txBody>
          <a:bodyPr/>
          <a:lstStyle/>
          <a:p>
            <a:r>
              <a:t>제약조건과 인덱스 구조 해석을 통해 도출한 핵심 업무 규칙(Business Rule)</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제약조건 명명 규칙과 인덱스 구성 자체가 설계자의 의도를 보여주는 1차 근거가 된다.</a:t>
            </a:r>
          </a:p>
        </p:txBody>
      </p:sp>
      <p:sp>
        <p:nvSpPr>
          <p:cNvPr id="6" name="TextBox 5"/>
          <p:cNvSpPr txBox="1"/>
          <p:nvPr/>
        </p:nvSpPr>
        <p:spPr>
          <a:xfrm>
            <a:off x="306388" y="1764296"/>
            <a:ext cx="10080872" cy="5200129"/>
          </a:xfrm>
          <a:prstGeom prst="rect">
            <a:avLst/>
          </a:prstGeom>
          <a:noFill/>
        </p:spPr>
        <p:txBody>
          <a:bodyPr wrap="square">
            <a:spAutoFit/>
          </a:bodyPr>
          <a:lstStyle/>
          <a:p>
            <a:pPr>
              <a:lnSpc>
                <a:spcPct val="115000"/>
              </a:lnSpc>
              <a:spcAft>
                <a:spcPts val="1600"/>
              </a:spcAft>
            </a:pPr>
            <a:r>
              <a:rPr sz="1750" b="1">
                <a:solidFill>
                  <a:srgbClr val="2484C6"/>
                </a:solidFill>
                <a:latin typeface="다키 L"/>
                <a:ea typeface="다키 L"/>
              </a:rPr>
              <a:t>●  </a:t>
            </a:r>
            <a:r>
              <a:rPr sz="1750" b="0">
                <a:solidFill>
                  <a:srgbClr val="39424A"/>
                </a:solidFill>
                <a:latin typeface="다키 L"/>
                <a:ea typeface="다키 L"/>
              </a:rPr>
              <a:t>ORDERS와 SHIPMENTS의 선택적 1:1 관계 (주문 ID를 배송 테이블 PK로 직접 공유 → 분할배송 불가)</a:t>
            </a:r>
          </a:p>
          <a:p>
            <a:pPr>
              <a:lnSpc>
                <a:spcPct val="115000"/>
              </a:lnSpc>
              <a:spcAft>
                <a:spcPts val="1600"/>
              </a:spcAft>
            </a:pPr>
            <a:r>
              <a:rPr sz="1750" b="1">
                <a:solidFill>
                  <a:srgbClr val="2484C6"/>
                </a:solidFill>
                <a:latin typeface="다키 L"/>
                <a:ea typeface="다키 L"/>
              </a:rPr>
              <a:t>●  </a:t>
            </a:r>
            <a:r>
              <a:rPr sz="1750" b="0">
                <a:solidFill>
                  <a:srgbClr val="39424A"/>
                </a:solidFill>
                <a:latin typeface="다키 L"/>
                <a:ea typeface="다키 L"/>
              </a:rPr>
              <a:t>부모 데이터 변경 시 잠금 범위와 조인 성능을 고려해 자식 FK 인덱스(_F1 계열) 수동 생성</a:t>
            </a:r>
          </a:p>
          <a:p>
            <a:pPr>
              <a:lnSpc>
                <a:spcPct val="115000"/>
              </a:lnSpc>
              <a:spcAft>
                <a:spcPts val="1600"/>
              </a:spcAft>
            </a:pPr>
            <a:r>
              <a:rPr sz="1750" b="1">
                <a:solidFill>
                  <a:srgbClr val="2484C6"/>
                </a:solidFill>
                <a:latin typeface="다키 L"/>
                <a:ea typeface="다키 L"/>
              </a:rPr>
              <a:t>●  </a:t>
            </a:r>
            <a:r>
              <a:rPr sz="1750" b="0">
                <a:solidFill>
                  <a:srgbClr val="39424A"/>
                </a:solidFill>
                <a:latin typeface="다키 L"/>
                <a:ea typeface="다키 L"/>
              </a:rPr>
              <a:t>ORDERS_T1(CUST_ID + ORDER_DT) 복합 인덱스로 고객별 날짜 조회 업무 패턴 최적화</a:t>
            </a:r>
          </a:p>
          <a:p>
            <a:pPr>
              <a:lnSpc>
                <a:spcPct val="115000"/>
              </a:lnSpc>
              <a:spcAft>
                <a:spcPts val="1600"/>
              </a:spcAft>
            </a:pPr>
            <a:r>
              <a:rPr sz="1750" b="1">
                <a:solidFill>
                  <a:srgbClr val="2484C6"/>
                </a:solidFill>
                <a:latin typeface="다키 L"/>
                <a:ea typeface="다키 L"/>
              </a:rPr>
              <a:t>●  </a:t>
            </a:r>
            <a:r>
              <a:rPr sz="1750" b="0">
                <a:solidFill>
                  <a:srgbClr val="39424A"/>
                </a:solidFill>
                <a:latin typeface="다키 L"/>
                <a:ea typeface="다키 L"/>
              </a:rPr>
              <a:t>사원(EMPLOYEES) 및 부서(DEPARTMENTS) 내 자기참조 FK 구조를 통한 트리형 조직도 구현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정합성 실검증</a:t>
            </a:r>
          </a:p>
        </p:txBody>
      </p:sp>
      <p:sp>
        <p:nvSpPr>
          <p:cNvPr id="4" name="Text Placeholder 3"/>
          <p:cNvSpPr>
            <a:spLocks noGrp="1"/>
          </p:cNvSpPr>
          <p:nvPr>
            <p:ph type="body" idx="11" sz="quarter"/>
          </p:nvPr>
        </p:nvSpPr>
        <p:spPr/>
        <p:txBody>
          <a:bodyPr/>
          <a:lstStyle/>
          <a:p>
            <a:r>
              <a:t>실측 쿼리를 통한 데이터 정합성 교차검증 및 선택적 관계(0-or-1) 입증</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정형 ERD상 1:1 관계로 보이지만, 실측 데이터는 배송 전 취소를 포괄하는 선택적 1:1 관계였다.</a:t>
            </a:r>
          </a:p>
        </p:txBody>
      </p:sp>
      <p:graphicFrame>
        <p:nvGraphicFramePr>
          <p:cNvPr id="6" name="Chart 5"/>
          <p:cNvGraphicFramePr>
            <a:graphicFrameLocks noGrp="1"/>
          </p:cNvGraphicFramePr>
          <p:nvPr/>
        </p:nvGraphicFramePr>
        <p:xfrm>
          <a:off x="400000" y="1764296"/>
          <a:ext cx="4600000" cy="4300000"/>
        </p:xfrm>
        <a:graphic>
          <a:graphicData uri="http://schemas.openxmlformats.org/drawingml/2006/chart">
            <c:chart xmlns:c="http://schemas.openxmlformats.org/drawingml/2006/chart" r:id="rId2"/>
          </a:graphicData>
        </a:graphic>
      </p:graphicFrame>
      <p:sp>
        <p:nvSpPr>
          <p:cNvPr id="7" name="TextBox 6"/>
          <p:cNvSpPr txBox="1"/>
          <p:nvPr/>
        </p:nvSpPr>
        <p:spPr>
          <a:xfrm>
            <a:off x="5150000" y="1764296"/>
            <a:ext cx="5237260" cy="5200129"/>
          </a:xfrm>
          <a:prstGeom prst="rect">
            <a:avLst/>
          </a:prstGeom>
          <a:noFill/>
        </p:spPr>
        <p:txBody>
          <a:bodyPr wrap="square">
            <a:spAutoFit/>
          </a:bodyPr>
          <a:lstStyle/>
          <a:p>
            <a:pPr>
              <a:lnSpc>
                <a:spcPct val="115000"/>
              </a:lnSpc>
              <a:spcAft>
                <a:spcPts val="1600"/>
              </a:spcAft>
            </a:pPr>
            <a:r>
              <a:rPr sz="1550" b="1">
                <a:solidFill>
                  <a:srgbClr val="2484C6"/>
                </a:solidFill>
                <a:latin typeface="다키 L"/>
                <a:ea typeface="다키 L"/>
              </a:rPr>
              <a:t>●  </a:t>
            </a:r>
            <a:r>
              <a:rPr sz="1550" b="0">
                <a:solidFill>
                  <a:srgbClr val="39424A"/>
                </a:solidFill>
                <a:latin typeface="다키 L"/>
                <a:ea typeface="다키 L"/>
              </a:rPr>
              <a:t>ERD상의 정적 관계를 넘어 실제 데이터 분포 분석을 위한 교차 정합성 검증 수행</a:t>
            </a:r>
          </a:p>
          <a:p>
            <a:pPr>
              <a:lnSpc>
                <a:spcPct val="115000"/>
              </a:lnSpc>
              <a:spcAft>
                <a:spcPts val="1600"/>
              </a:spcAft>
            </a:pPr>
            <a:r>
              <a:rPr sz="1550" b="1">
                <a:solidFill>
                  <a:srgbClr val="2484C6"/>
                </a:solidFill>
                <a:latin typeface="다키 L"/>
                <a:ea typeface="다키 L"/>
              </a:rPr>
              <a:t>●  </a:t>
            </a:r>
            <a:r>
              <a:rPr sz="1550" b="0">
                <a:solidFill>
                  <a:srgbClr val="39424A"/>
                </a:solidFill>
                <a:latin typeface="다키 L"/>
                <a:ea typeface="다키 L"/>
              </a:rPr>
              <a:t>전체 주문 2,000,001건 중 배송 기록이 전무한 주문 40,734건(2.04%) 도출</a:t>
            </a:r>
          </a:p>
          <a:p>
            <a:pPr>
              <a:lnSpc>
                <a:spcPct val="115000"/>
              </a:lnSpc>
              <a:spcAft>
                <a:spcPts val="1600"/>
              </a:spcAft>
            </a:pPr>
            <a:r>
              <a:rPr sz="1550" b="1">
                <a:solidFill>
                  <a:srgbClr val="2484C6"/>
                </a:solidFill>
                <a:latin typeface="다키 L"/>
                <a:ea typeface="다키 L"/>
              </a:rPr>
              <a:t>●  </a:t>
            </a:r>
            <a:r>
              <a:rPr sz="1550" b="0">
                <a:solidFill>
                  <a:srgbClr val="39424A"/>
                </a:solidFill>
                <a:latin typeface="다키 L"/>
                <a:ea typeface="다키 L"/>
              </a:rPr>
              <a:t>배송 기록이 없는 주문의 99.9% 이상이 주문취소(상태코드 8) 데이터임을 실증</a:t>
            </a:r>
          </a:p>
          <a:p>
            <a:pPr>
              <a:lnSpc>
                <a:spcPct val="115000"/>
              </a:lnSpc>
              <a:spcAft>
                <a:spcPts val="1600"/>
              </a:spcAft>
            </a:pPr>
            <a:r>
              <a:rPr sz="1550" b="1">
                <a:solidFill>
                  <a:srgbClr val="2484C6"/>
                </a:solidFill>
                <a:latin typeface="다키 L"/>
                <a:ea typeface="다키 L"/>
              </a:rPr>
              <a:t>●  </a:t>
            </a:r>
            <a:r>
              <a:rPr sz="1550" b="0">
                <a:solidFill>
                  <a:srgbClr val="39424A"/>
                </a:solidFill>
                <a:latin typeface="다키 L"/>
                <a:ea typeface="다키 L"/>
              </a:rPr>
              <a:t>제약조건은 '최대 1건'을 보장할 뿐, 실제 업무 데이터는 필수 1:1이 아닌 선택적 관계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이상 데이터 탐지</a:t>
            </a:r>
          </a:p>
        </p:txBody>
      </p:sp>
      <p:sp>
        <p:nvSpPr>
          <p:cNvPr id="4" name="Text Placeholder 3"/>
          <p:cNvSpPr>
            <a:spLocks noGrp="1"/>
          </p:cNvSpPr>
          <p:nvPr>
            <p:ph type="body" idx="11" sz="quarter"/>
          </p:nvPr>
        </p:nvSpPr>
        <p:spPr/>
        <p:txBody>
          <a:bodyPr/>
          <a:lstStyle/>
          <a:p>
            <a:r>
              <a:t>시스템 부분 실패를 시사하는 미완성 주문 리스크 발견</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감사 로그가 없는 환경에서는 발견되지 않았을 원자성(Atomicity) 보장의 치명적 허점이다.</a:t>
            </a:r>
          </a:p>
        </p:txBody>
      </p:sp>
      <p:sp>
        <p:nvSpPr>
          <p:cNvPr id="6" name="TextBox 5"/>
          <p:cNvSpPr txBox="1"/>
          <p:nvPr/>
        </p:nvSpPr>
        <p:spPr>
          <a:xfrm>
            <a:off x="306388" y="1764296"/>
            <a:ext cx="6300000" cy="5200129"/>
          </a:xfrm>
          <a:prstGeom prst="rect">
            <a:avLst/>
          </a:prstGeom>
          <a:noFill/>
        </p:spPr>
        <p:txBody>
          <a:bodyPr wrap="square">
            <a:spAutoFit/>
          </a:bodyPr>
          <a:lstStyle/>
          <a:p>
            <a:pPr>
              <a:lnSpc>
                <a:spcPct val="115000"/>
              </a:lnSpc>
              <a:spcAft>
                <a:spcPts val="1600"/>
              </a:spcAft>
            </a:pPr>
            <a:r>
              <a:rPr sz="1650" b="1">
                <a:solidFill>
                  <a:srgbClr val="2484C6"/>
                </a:solidFill>
                <a:latin typeface="다키 L"/>
                <a:ea typeface="다키 L"/>
              </a:rPr>
              <a:t>●  </a:t>
            </a:r>
            <a:r>
              <a:rPr sz="1650" b="0">
                <a:solidFill>
                  <a:srgbClr val="39424A"/>
                </a:solidFill>
                <a:latin typeface="다키 L"/>
                <a:ea typeface="다키 L"/>
              </a:rPr>
              <a:t>교차검증 과정에서 주문상태(ORDER_STATUS)와 배송기록이 동시에 NULL인 주문 1건 탐지</a:t>
            </a:r>
          </a:p>
          <a:p>
            <a:pPr>
              <a:lnSpc>
                <a:spcPct val="115000"/>
              </a:lnSpc>
              <a:spcAft>
                <a:spcPts val="1600"/>
              </a:spcAft>
            </a:pPr>
            <a:r>
              <a:rPr sz="1650" b="1">
                <a:solidFill>
                  <a:srgbClr val="2484C6"/>
                </a:solidFill>
                <a:latin typeface="다키 L"/>
                <a:ea typeface="다키 L"/>
              </a:rPr>
              <a:t>●  </a:t>
            </a:r>
            <a:r>
              <a:rPr sz="1650" b="0">
                <a:solidFill>
                  <a:srgbClr val="39424A"/>
                </a:solidFill>
                <a:latin typeface="다키 L"/>
                <a:ea typeface="다키 L"/>
              </a:rPr>
              <a:t>ORDER_ID = 10,000,000 데이터는 주문 헤더만 존재하고 상세내역(ORDER_ITEMS)이 전무함</a:t>
            </a:r>
          </a:p>
          <a:p>
            <a:pPr>
              <a:lnSpc>
                <a:spcPct val="115000"/>
              </a:lnSpc>
              <a:spcAft>
                <a:spcPts val="1600"/>
              </a:spcAft>
            </a:pPr>
            <a:r>
              <a:rPr sz="1650" b="1">
                <a:solidFill>
                  <a:srgbClr val="2484C6"/>
                </a:solidFill>
                <a:latin typeface="다키 L"/>
                <a:ea typeface="다키 L"/>
              </a:rPr>
              <a:t>●  </a:t>
            </a:r>
            <a:r>
              <a:rPr sz="1650" b="0">
                <a:solidFill>
                  <a:srgbClr val="39424A"/>
                </a:solidFill>
                <a:latin typeface="다키 L"/>
                <a:ea typeface="다키 L"/>
              </a:rPr>
              <a:t>애플리케이션의 다중 INSERT 연산이 단일 트랜잭션으로 제어되지 못했을 때의 부분 반영 패턴</a:t>
            </a:r>
          </a:p>
          <a:p>
            <a:pPr>
              <a:lnSpc>
                <a:spcPct val="115000"/>
              </a:lnSpc>
              <a:spcAft>
                <a:spcPts val="1600"/>
              </a:spcAft>
            </a:pPr>
            <a:r>
              <a:rPr sz="1650" b="1">
                <a:solidFill>
                  <a:srgbClr val="2484C6"/>
                </a:solidFill>
                <a:latin typeface="다키 L"/>
                <a:ea typeface="다키 L"/>
              </a:rPr>
              <a:t>●  </a:t>
            </a:r>
            <a:r>
              <a:rPr sz="1650" b="0">
                <a:solidFill>
                  <a:srgbClr val="39424A"/>
                </a:solidFill>
                <a:latin typeface="다키 L"/>
                <a:ea typeface="다키 L"/>
              </a:rPr>
              <a:t>운영 관점에서 감사 로그 부재 시 원인 규명 불가, 원자성 보장의 치명적 허점 증명</a:t>
            </a:r>
          </a:p>
        </p:txBody>
      </p:sp>
      <p:sp>
        <p:nvSpPr>
          <p:cNvPr id="7" name="Rounded Rectangle 6"/>
          <p:cNvSpPr/>
          <p:nvPr/>
        </p:nvSpPr>
        <p:spPr>
          <a:xfrm>
            <a:off x="6650000" y="1764296"/>
            <a:ext cx="3737260" cy="2600000"/>
          </a:xfrm>
          <a:prstGeom prst="roundRect">
            <a:avLst>
              <a:gd name="adj" fmla="val 6000"/>
            </a:avLst>
          </a:prstGeom>
          <a:solidFill>
            <a:srgbClr val="FDECEA"/>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0000" rIns="160000" tIns="120000"/>
          <a:lstStyle/>
          <a:p>
            <a:pPr algn="ctr"/>
            <a:r>
              <a:rPr sz="1500" b="1">
                <a:solidFill>
                  <a:srgbClr val="C0392B"/>
                </a:solidFill>
                <a:latin typeface="다키 L"/>
                <a:ea typeface="다키 L"/>
              </a:rPr>
              <a:t>CRITICAL: ORDER_ID = 10,000,000</a:t>
            </a:r>
          </a:p>
          <a:p>
            <a:pPr>
              <a:spcBef>
                <a:spcPts val="600"/>
              </a:spcBef>
            </a:pPr>
            <a:r>
              <a:rPr sz="1350" b="0">
                <a:solidFill>
                  <a:srgbClr val="39424A"/>
                </a:solidFill>
                <a:latin typeface="다키 L"/>
                <a:ea typeface="다키 L"/>
              </a:rPr>
              <a:t>헤더는 생성되었으나 상세 내역이 전무한 '유령 행'.
CUST_ID=1000 / ORDER_STATUS=NULL / ORDER_ITEMS 0건
트랜잭션 원자성 보장 장치 부재를 증명하는 결정적 증거.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검증 설계</a:t>
            </a:r>
          </a:p>
        </p:txBody>
      </p:sp>
      <p:sp>
        <p:nvSpPr>
          <p:cNvPr id="4" name="Text Placeholder 3"/>
          <p:cNvSpPr>
            <a:spLocks noGrp="1"/>
          </p:cNvSpPr>
          <p:nvPr>
            <p:ph type="body" idx="11" sz="quarter"/>
          </p:nvPr>
        </p:nvSpPr>
        <p:spPr/>
        <p:txBody>
          <a:bodyPr/>
          <a:lstStyle/>
          <a:p>
            <a:r>
              <a:t>정합성 결함 방지를 위한 7대 트랜잭션 시나리오 및 무결성 검증 설계</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고의적인 예외(ORA-02291 등) 주입을 통해 DB 제약의 강제성을 실증하도록 설계했다.</a:t>
            </a:r>
          </a:p>
        </p:txBody>
      </p:sp>
      <p:graphicFrame>
        <p:nvGraphicFramePr>
          <p:cNvPr id="6" name="Table 5"/>
          <p:cNvGraphicFramePr>
            <a:graphicFrameLocks noGrp="1"/>
          </p:cNvGraphicFramePr>
          <p:nvPr/>
        </p:nvGraphicFramePr>
        <p:xfrm>
          <a:off x="306388" y="1764296"/>
          <a:ext cx="10080869" cy="4100000"/>
        </p:xfrm>
        <a:graphic>
          <a:graphicData uri="http://schemas.openxmlformats.org/drawingml/2006/table">
            <a:tbl>
              <a:tblPr firstRow="1" bandRow="1">
                <a:tableStyleId>{5C22544A-7EE6-4342-B048-85BDC9FD1C3A}</a:tableStyleId>
              </a:tblPr>
              <a:tblGrid>
                <a:gridCol w="1095746"/>
                <a:gridCol w="2191493"/>
                <a:gridCol w="4382987"/>
                <a:gridCol w="2410643"/>
              </a:tblGrid>
              <a:tr h="512500">
                <a:tc>
                  <a:txBody>
                    <a:bodyPr/>
                    <a:lstStyle/>
                    <a:p>
                      <a:pPr algn="ctr"/>
                      <a:r>
                        <a:rPr sz="1250" b="1">
                          <a:solidFill>
                            <a:srgbClr val="FFFFFF"/>
                          </a:solidFill>
                          <a:latin typeface="다키 L"/>
                          <a:ea typeface="다키 L"/>
                        </a:rPr>
                        <a:t>ID</a:t>
                      </a:r>
                    </a:p>
                  </a:txBody>
                  <a:tcPr anchor="ctr">
                    <a:solidFill>
                      <a:srgbClr val="2484C6"/>
                    </a:solidFill>
                  </a:tcPr>
                </a:tc>
                <a:tc>
                  <a:txBody>
                    <a:bodyPr/>
                    <a:lstStyle/>
                    <a:p>
                      <a:pPr algn="ctr"/>
                      <a:r>
                        <a:rPr sz="1250" b="1">
                          <a:solidFill>
                            <a:srgbClr val="FFFFFF"/>
                          </a:solidFill>
                          <a:latin typeface="다키 L"/>
                          <a:ea typeface="다키 L"/>
                        </a:rPr>
                        <a:t>시나리오명</a:t>
                      </a:r>
                    </a:p>
                  </a:txBody>
                  <a:tcPr anchor="ctr">
                    <a:solidFill>
                      <a:srgbClr val="2484C6"/>
                    </a:solidFill>
                  </a:tcPr>
                </a:tc>
                <a:tc>
                  <a:txBody>
                    <a:bodyPr/>
                    <a:lstStyle/>
                    <a:p>
                      <a:pPr algn="ctr"/>
                      <a:r>
                        <a:rPr sz="1250" b="1">
                          <a:solidFill>
                            <a:srgbClr val="FFFFFF"/>
                          </a:solidFill>
                          <a:latin typeface="다키 L"/>
                          <a:ea typeface="다키 L"/>
                        </a:rPr>
                        <a:t>의도적 에러 주입</a:t>
                      </a:r>
                    </a:p>
                  </a:txBody>
                  <a:tcPr anchor="ctr">
                    <a:solidFill>
                      <a:srgbClr val="2484C6"/>
                    </a:solidFill>
                  </a:tcPr>
                </a:tc>
                <a:tc>
                  <a:txBody>
                    <a:bodyPr/>
                    <a:lstStyle/>
                    <a:p>
                      <a:pPr algn="ctr"/>
                      <a:r>
                        <a:rPr sz="1250" b="1">
                          <a:solidFill>
                            <a:srgbClr val="FFFFFF"/>
                          </a:solidFill>
                          <a:latin typeface="다키 L"/>
                          <a:ea typeface="다키 L"/>
                        </a:rPr>
                        <a:t>검증 ACID 속성</a:t>
                      </a:r>
                    </a:p>
                  </a:txBody>
                  <a:tcPr anchor="ctr">
                    <a:solidFill>
                      <a:srgbClr val="2484C6"/>
                    </a:solidFill>
                  </a:tcPr>
                </a:tc>
              </a:tr>
              <a:tr h="512500">
                <a:tc>
                  <a:txBody>
                    <a:bodyPr/>
                    <a:lstStyle/>
                    <a:p>
                      <a:r>
                        <a:rPr sz="1200" b="0">
                          <a:solidFill>
                            <a:srgbClr val="39424A"/>
                          </a:solidFill>
                          <a:latin typeface="다키 L"/>
                          <a:ea typeface="다키 L"/>
                        </a:rPr>
                        <a:t>T1</a:t>
                      </a:r>
                    </a:p>
                  </a:txBody>
                  <a:tcPr anchor="ctr" marT="45720" marB="45720">
                    <a:solidFill>
                      <a:srgbClr val="F3F7FA"/>
                    </a:solidFill>
                  </a:tcPr>
                </a:tc>
                <a:tc>
                  <a:txBody>
                    <a:bodyPr/>
                    <a:lstStyle/>
                    <a:p>
                      <a:r>
                        <a:rPr sz="1200" b="0">
                          <a:solidFill>
                            <a:srgbClr val="39424A"/>
                          </a:solidFill>
                          <a:latin typeface="다키 L"/>
                          <a:ea typeface="다키 L"/>
                        </a:rPr>
                        <a:t>신규 주문 처리</a:t>
                      </a:r>
                    </a:p>
                  </a:txBody>
                  <a:tcPr anchor="ctr" marT="45720" marB="45720">
                    <a:solidFill>
                      <a:srgbClr val="F3F7FA"/>
                    </a:solidFill>
                  </a:tcPr>
                </a:tc>
                <a:tc>
                  <a:txBody>
                    <a:bodyPr/>
                    <a:lstStyle/>
                    <a:p>
                      <a:r>
                        <a:rPr sz="1200" b="0">
                          <a:solidFill>
                            <a:srgbClr val="39424A"/>
                          </a:solidFill>
                          <a:latin typeface="다키 L"/>
                          <a:ea typeface="다키 L"/>
                        </a:rPr>
                        <a:t>존재하지 않는 상품번호 주입 → ORA-02291</a:t>
                      </a:r>
                    </a:p>
                  </a:txBody>
                  <a:tcPr anchor="ctr" marT="45720" marB="45720">
                    <a:solidFill>
                      <a:srgbClr val="F3F7FA"/>
                    </a:solidFill>
                  </a:tcPr>
                </a:tc>
                <a:tc>
                  <a:txBody>
                    <a:bodyPr/>
                    <a:lstStyle/>
                    <a:p>
                      <a:r>
                        <a:rPr sz="1200" b="0">
                          <a:solidFill>
                            <a:srgbClr val="39424A"/>
                          </a:solidFill>
                          <a:latin typeface="다키 L"/>
                          <a:ea typeface="다키 L"/>
                        </a:rPr>
                        <a:t>원자성·일관성</a:t>
                      </a:r>
                    </a:p>
                  </a:txBody>
                  <a:tcPr anchor="ctr" marT="45720" marB="45720">
                    <a:solidFill>
                      <a:srgbClr val="F3F7FA"/>
                    </a:solidFill>
                  </a:tcPr>
                </a:tc>
              </a:tr>
              <a:tr h="512500">
                <a:tc>
                  <a:txBody>
                    <a:bodyPr/>
                    <a:lstStyle/>
                    <a:p>
                      <a:r>
                        <a:rPr sz="1200" b="0">
                          <a:solidFill>
                            <a:srgbClr val="39424A"/>
                          </a:solidFill>
                          <a:latin typeface="다키 L"/>
                          <a:ea typeface="다키 L"/>
                        </a:rPr>
                        <a:t>T2</a:t>
                      </a:r>
                    </a:p>
                  </a:txBody>
                  <a:tcPr anchor="ctr" marT="45720" marB="45720">
                    <a:solidFill>
                      <a:srgbClr val="FFFFFF"/>
                    </a:solidFill>
                  </a:tcPr>
                </a:tc>
                <a:tc>
                  <a:txBody>
                    <a:bodyPr/>
                    <a:lstStyle/>
                    <a:p>
                      <a:r>
                        <a:rPr sz="1200" b="0">
                          <a:solidFill>
                            <a:srgbClr val="39424A"/>
                          </a:solidFill>
                          <a:latin typeface="다키 L"/>
                          <a:ea typeface="다키 L"/>
                        </a:rPr>
                        <a:t>주문 취소/반품</a:t>
                      </a:r>
                    </a:p>
                  </a:txBody>
                  <a:tcPr anchor="ctr" marT="45720" marB="45720">
                    <a:solidFill>
                      <a:srgbClr val="FFFFFF"/>
                    </a:solidFill>
                  </a:tcPr>
                </a:tc>
                <a:tc>
                  <a:txBody>
                    <a:bodyPr/>
                    <a:lstStyle/>
                    <a:p>
                      <a:r>
                        <a:rPr sz="1200" b="0">
                          <a:solidFill>
                            <a:srgbClr val="39424A"/>
                          </a:solidFill>
                          <a:latin typeface="다키 L"/>
                          <a:ea typeface="다키 L"/>
                        </a:rPr>
                        <a:t>이미 반품된 건 재처리 시도 → ORA-20001</a:t>
                      </a:r>
                    </a:p>
                  </a:txBody>
                  <a:tcPr anchor="ctr" marT="45720" marB="45720">
                    <a:solidFill>
                      <a:srgbClr val="FFFFFF"/>
                    </a:solidFill>
                  </a:tcPr>
                </a:tc>
                <a:tc>
                  <a:txBody>
                    <a:bodyPr/>
                    <a:lstStyle/>
                    <a:p>
                      <a:r>
                        <a:rPr sz="1200" b="0">
                          <a:solidFill>
                            <a:srgbClr val="39424A"/>
                          </a:solidFill>
                          <a:latin typeface="다키 L"/>
                          <a:ea typeface="다키 L"/>
                        </a:rPr>
                        <a:t>일관성</a:t>
                      </a:r>
                    </a:p>
                  </a:txBody>
                  <a:tcPr anchor="ctr" marT="45720" marB="45720">
                    <a:solidFill>
                      <a:srgbClr val="FFFFFF"/>
                    </a:solidFill>
                  </a:tcPr>
                </a:tc>
              </a:tr>
              <a:tr h="512500">
                <a:tc>
                  <a:txBody>
                    <a:bodyPr/>
                    <a:lstStyle/>
                    <a:p>
                      <a:r>
                        <a:rPr sz="1200" b="0">
                          <a:solidFill>
                            <a:srgbClr val="39424A"/>
                          </a:solidFill>
                          <a:latin typeface="다키 L"/>
                          <a:ea typeface="다키 L"/>
                        </a:rPr>
                        <a:t>T3</a:t>
                      </a:r>
                    </a:p>
                  </a:txBody>
                  <a:tcPr anchor="ctr" marT="45720" marB="45720">
                    <a:solidFill>
                      <a:srgbClr val="F3F7FA"/>
                    </a:solidFill>
                  </a:tcPr>
                </a:tc>
                <a:tc>
                  <a:txBody>
                    <a:bodyPr/>
                    <a:lstStyle/>
                    <a:p>
                      <a:r>
                        <a:rPr sz="1200" b="0">
                          <a:solidFill>
                            <a:srgbClr val="39424A"/>
                          </a:solidFill>
                          <a:latin typeface="다키 L"/>
                          <a:ea typeface="다키 L"/>
                        </a:rPr>
                        <a:t>고객 탈퇴</a:t>
                      </a:r>
                    </a:p>
                  </a:txBody>
                  <a:tcPr anchor="ctr" marT="45720" marB="45720">
                    <a:solidFill>
                      <a:srgbClr val="F3F7FA"/>
                    </a:solidFill>
                  </a:tcPr>
                </a:tc>
                <a:tc>
                  <a:txBody>
                    <a:bodyPr/>
                    <a:lstStyle/>
                    <a:p>
                      <a:r>
                        <a:rPr sz="1200" b="0">
                          <a:solidFill>
                            <a:srgbClr val="39424A"/>
                          </a:solidFill>
                          <a:latin typeface="다키 L"/>
                          <a:ea typeface="다키 L"/>
                        </a:rPr>
                        <a:t>자식 존재 상태로 부모 선삭제 → ORA-02292</a:t>
                      </a:r>
                    </a:p>
                  </a:txBody>
                  <a:tcPr anchor="ctr" marT="45720" marB="45720">
                    <a:solidFill>
                      <a:srgbClr val="F3F7FA"/>
                    </a:solidFill>
                  </a:tcPr>
                </a:tc>
                <a:tc>
                  <a:txBody>
                    <a:bodyPr/>
                    <a:lstStyle/>
                    <a:p>
                      <a:r>
                        <a:rPr sz="1200" b="0">
                          <a:solidFill>
                            <a:srgbClr val="39424A"/>
                          </a:solidFill>
                          <a:latin typeface="다키 L"/>
                          <a:ea typeface="다키 L"/>
                        </a:rPr>
                        <a:t>원자성·참조무결성</a:t>
                      </a:r>
                    </a:p>
                  </a:txBody>
                  <a:tcPr anchor="ctr" marT="45720" marB="45720">
                    <a:solidFill>
                      <a:srgbClr val="F3F7FA"/>
                    </a:solidFill>
                  </a:tcPr>
                </a:tc>
              </a:tr>
              <a:tr h="512500">
                <a:tc>
                  <a:txBody>
                    <a:bodyPr/>
                    <a:lstStyle/>
                    <a:p>
                      <a:r>
                        <a:rPr sz="1200" b="0">
                          <a:solidFill>
                            <a:srgbClr val="39424A"/>
                          </a:solidFill>
                          <a:latin typeface="다키 L"/>
                          <a:ea typeface="다키 L"/>
                        </a:rPr>
                        <a:t>T4</a:t>
                      </a:r>
                    </a:p>
                  </a:txBody>
                  <a:tcPr anchor="ctr" marT="45720" marB="45720">
                    <a:solidFill>
                      <a:srgbClr val="FFFFFF"/>
                    </a:solidFill>
                  </a:tcPr>
                </a:tc>
                <a:tc>
                  <a:txBody>
                    <a:bodyPr/>
                    <a:lstStyle/>
                    <a:p>
                      <a:r>
                        <a:rPr sz="1200" b="0">
                          <a:solidFill>
                            <a:srgbClr val="39424A"/>
                          </a:solidFill>
                          <a:latin typeface="다키 L"/>
                          <a:ea typeface="다키 L"/>
                        </a:rPr>
                        <a:t>상담 등록</a:t>
                      </a:r>
                    </a:p>
                  </a:txBody>
                  <a:tcPr anchor="ctr" marT="45720" marB="45720">
                    <a:solidFill>
                      <a:srgbClr val="FFFFFF"/>
                    </a:solidFill>
                  </a:tcPr>
                </a:tc>
                <a:tc>
                  <a:txBody>
                    <a:bodyPr/>
                    <a:lstStyle/>
                    <a:p>
                      <a:r>
                        <a:rPr sz="1200" b="0">
                          <a:solidFill>
                            <a:srgbClr val="39424A"/>
                          </a:solidFill>
                          <a:latin typeface="다키 L"/>
                          <a:ea typeface="다키 L"/>
                        </a:rPr>
                        <a:t>중복 티켓 접수 → ORA-00001 (복합PK 위반)</a:t>
                      </a:r>
                    </a:p>
                  </a:txBody>
                  <a:tcPr anchor="ctr" marT="45720" marB="45720">
                    <a:solidFill>
                      <a:srgbClr val="FFFFFF"/>
                    </a:solidFill>
                  </a:tcPr>
                </a:tc>
                <a:tc>
                  <a:txBody>
                    <a:bodyPr/>
                    <a:lstStyle/>
                    <a:p>
                      <a:r>
                        <a:rPr sz="1200" b="0">
                          <a:solidFill>
                            <a:srgbClr val="39424A"/>
                          </a:solidFill>
                          <a:latin typeface="다키 L"/>
                          <a:ea typeface="다키 L"/>
                        </a:rPr>
                        <a:t>일관성</a:t>
                      </a:r>
                    </a:p>
                  </a:txBody>
                  <a:tcPr anchor="ctr" marT="45720" marB="45720">
                    <a:solidFill>
                      <a:srgbClr val="FFFFFF"/>
                    </a:solidFill>
                  </a:tcPr>
                </a:tc>
              </a:tr>
              <a:tr h="512500">
                <a:tc>
                  <a:txBody>
                    <a:bodyPr/>
                    <a:lstStyle/>
                    <a:p>
                      <a:r>
                        <a:rPr sz="1200" b="0">
                          <a:solidFill>
                            <a:srgbClr val="39424A"/>
                          </a:solidFill>
                          <a:latin typeface="다키 L"/>
                          <a:ea typeface="다키 L"/>
                        </a:rPr>
                        <a:t>T5</a:t>
                      </a:r>
                    </a:p>
                  </a:txBody>
                  <a:tcPr anchor="ctr" marT="45720" marB="45720">
                    <a:solidFill>
                      <a:srgbClr val="F3F7FA"/>
                    </a:solidFill>
                  </a:tcPr>
                </a:tc>
                <a:tc>
                  <a:txBody>
                    <a:bodyPr/>
                    <a:lstStyle/>
                    <a:p>
                      <a:r>
                        <a:rPr sz="1200" b="0">
                          <a:solidFill>
                            <a:srgbClr val="39424A"/>
                          </a:solidFill>
                          <a:latin typeface="다키 L"/>
                          <a:ea typeface="다키 L"/>
                        </a:rPr>
                        <a:t>배송 시작 처리</a:t>
                      </a:r>
                    </a:p>
                  </a:txBody>
                  <a:tcPr anchor="ctr" marT="45720" marB="45720">
                    <a:solidFill>
                      <a:srgbClr val="F3F7FA"/>
                    </a:solidFill>
                  </a:tcPr>
                </a:tc>
                <a:tc>
                  <a:txBody>
                    <a:bodyPr/>
                    <a:lstStyle/>
                    <a:p>
                      <a:r>
                        <a:rPr sz="1200" b="0">
                          <a:solidFill>
                            <a:srgbClr val="39424A"/>
                          </a:solidFill>
                          <a:latin typeface="다키 L"/>
                          <a:ea typeface="다키 L"/>
                        </a:rPr>
                        <a:t>배송행 강제 중복생성 → ORA-00001</a:t>
                      </a:r>
                    </a:p>
                  </a:txBody>
                  <a:tcPr anchor="ctr" marT="45720" marB="45720">
                    <a:solidFill>
                      <a:srgbClr val="F3F7FA"/>
                    </a:solidFill>
                  </a:tcPr>
                </a:tc>
                <a:tc>
                  <a:txBody>
                    <a:bodyPr/>
                    <a:lstStyle/>
                    <a:p>
                      <a:r>
                        <a:rPr sz="1200" b="0">
                          <a:solidFill>
                            <a:srgbClr val="39424A"/>
                          </a:solidFill>
                          <a:latin typeface="다키 L"/>
                          <a:ea typeface="다키 L"/>
                        </a:rPr>
                        <a:t>선택적 1:1 무결성</a:t>
                      </a:r>
                    </a:p>
                  </a:txBody>
                  <a:tcPr anchor="ctr" marT="45720" marB="45720">
                    <a:solidFill>
                      <a:srgbClr val="F3F7FA"/>
                    </a:solidFill>
                  </a:tcPr>
                </a:tc>
              </a:tr>
              <a:tr h="512500">
                <a:tc>
                  <a:txBody>
                    <a:bodyPr/>
                    <a:lstStyle/>
                    <a:p>
                      <a:r>
                        <a:rPr sz="1200" b="0">
                          <a:solidFill>
                            <a:srgbClr val="39424A"/>
                          </a:solidFill>
                          <a:latin typeface="다키 L"/>
                          <a:ea typeface="다키 L"/>
                        </a:rPr>
                        <a:t>T6</a:t>
                      </a:r>
                    </a:p>
                  </a:txBody>
                  <a:tcPr anchor="ctr" marT="45720" marB="45720">
                    <a:solidFill>
                      <a:srgbClr val="FFFFFF"/>
                    </a:solidFill>
                  </a:tcPr>
                </a:tc>
                <a:tc>
                  <a:txBody>
                    <a:bodyPr/>
                    <a:lstStyle/>
                    <a:p>
                      <a:r>
                        <a:rPr sz="1200" b="0">
                          <a:solidFill>
                            <a:srgbClr val="39424A"/>
                          </a:solidFill>
                          <a:latin typeface="다키 L"/>
                          <a:ea typeface="다키 L"/>
                        </a:rPr>
                        <a:t>협력업체 계약 해지</a:t>
                      </a:r>
                    </a:p>
                  </a:txBody>
                  <a:tcPr anchor="ctr" marT="45720" marB="45720">
                    <a:solidFill>
                      <a:srgbClr val="FFFFFF"/>
                    </a:solidFill>
                  </a:tcPr>
                </a:tc>
                <a:tc>
                  <a:txBody>
                    <a:bodyPr/>
                    <a:lstStyle/>
                    <a:p>
                      <a:r>
                        <a:rPr sz="1200" b="0">
                          <a:solidFill>
                            <a:srgbClr val="39424A"/>
                          </a:solidFill>
                          <a:latin typeface="다키 L"/>
                          <a:ea typeface="다키 L"/>
                        </a:rPr>
                        <a:t>복수 자식이 물린 부모 삭제 → ORA-02292</a:t>
                      </a:r>
                    </a:p>
                  </a:txBody>
                  <a:tcPr anchor="ctr" marT="45720" marB="45720">
                    <a:solidFill>
                      <a:srgbClr val="FFFFFF"/>
                    </a:solidFill>
                  </a:tcPr>
                </a:tc>
                <a:tc>
                  <a:txBody>
                    <a:bodyPr/>
                    <a:lstStyle/>
                    <a:p>
                      <a:r>
                        <a:rPr sz="1200" b="0">
                          <a:solidFill>
                            <a:srgbClr val="39424A"/>
                          </a:solidFill>
                          <a:latin typeface="다키 L"/>
                          <a:ea typeface="다키 L"/>
                        </a:rPr>
                        <a:t>참조무결성</a:t>
                      </a:r>
                    </a:p>
                  </a:txBody>
                  <a:tcPr anchor="ctr" marT="45720" marB="45720">
                    <a:solidFill>
                      <a:srgbClr val="FFFFFF"/>
                    </a:solidFill>
                  </a:tcPr>
                </a:tc>
              </a:tr>
              <a:tr h="512500">
                <a:tc>
                  <a:txBody>
                    <a:bodyPr/>
                    <a:lstStyle/>
                    <a:p>
                      <a:r>
                        <a:rPr sz="1200" b="0">
                          <a:solidFill>
                            <a:srgbClr val="39424A"/>
                          </a:solidFill>
                          <a:latin typeface="다키 L"/>
                          <a:ea typeface="다키 L"/>
                        </a:rPr>
                        <a:t>T7</a:t>
                      </a:r>
                    </a:p>
                  </a:txBody>
                  <a:tcPr anchor="ctr" marT="45720" marB="45720">
                    <a:solidFill>
                      <a:srgbClr val="F3F7FA"/>
                    </a:solidFill>
                  </a:tcPr>
                </a:tc>
                <a:tc>
                  <a:txBody>
                    <a:bodyPr/>
                    <a:lstStyle/>
                    <a:p>
                      <a:r>
                        <a:rPr sz="1200" b="0">
                          <a:solidFill>
                            <a:srgbClr val="39424A"/>
                          </a:solidFill>
                          <a:latin typeface="다키 L"/>
                          <a:ea typeface="다키 L"/>
                        </a:rPr>
                        <a:t>상품 가격 변경</a:t>
                      </a:r>
                    </a:p>
                  </a:txBody>
                  <a:tcPr anchor="ctr" marT="45720" marB="45720">
                    <a:solidFill>
                      <a:srgbClr val="F3F7FA"/>
                    </a:solidFill>
                  </a:tcPr>
                </a:tc>
                <a:tc>
                  <a:txBody>
                    <a:bodyPr/>
                    <a:lstStyle/>
                    <a:p>
                      <a:r>
                        <a:rPr sz="1200" b="0">
                          <a:solidFill>
                            <a:srgbClr val="39424A"/>
                          </a:solidFill>
                          <a:latin typeface="다키 L"/>
                          <a:ea typeface="다키 L"/>
                        </a:rPr>
                        <a:t>과거 주문가 스냅샷 훼손 시도 → ORA-20071</a:t>
                      </a:r>
                    </a:p>
                  </a:txBody>
                  <a:tcPr anchor="ctr" marT="45720" marB="45720">
                    <a:solidFill>
                      <a:srgbClr val="F3F7FA"/>
                    </a:solidFill>
                  </a:tcPr>
                </a:tc>
                <a:tc>
                  <a:txBody>
                    <a:bodyPr/>
                    <a:lstStyle/>
                    <a:p>
                      <a:r>
                        <a:rPr sz="1200" b="0">
                          <a:solidFill>
                            <a:srgbClr val="39424A"/>
                          </a:solidFill>
                          <a:latin typeface="다키 L"/>
                          <a:ea typeface="다키 L"/>
                        </a:rPr>
                        <a:t>일관성(이력 불변성)</a:t>
                      </a:r>
                    </a:p>
                  </a:txBody>
                  <a:tcPr anchor="ctr" marT="45720" marB="45720">
                    <a:solidFill>
                      <a:srgbClr val="F3F7FA"/>
                    </a:solidFill>
                  </a:tcPr>
                </a:tc>
              </a:tr>
            </a:tbl>
          </a:graphicData>
        </a:graphic>
      </p:graphicFrame>
      <p:sp>
        <p:nvSpPr>
          <p:cNvPr id="7" name="TextBox 6"/>
          <p:cNvSpPr txBox="1"/>
          <p:nvPr/>
        </p:nvSpPr>
        <p:spPr>
          <a:xfrm>
            <a:off x="306388" y="6050000"/>
            <a:ext cx="10080872" cy="900000"/>
          </a:xfrm>
          <a:prstGeom prst="rect">
            <a:avLst/>
          </a:prstGeom>
          <a:noFill/>
        </p:spPr>
        <p:txBody>
          <a:bodyPr wrap="square">
            <a:spAutoFit/>
          </a:bodyPr>
          <a:lstStyle/>
          <a:p>
            <a:pPr>
              <a:lnSpc>
                <a:spcPct val="115000"/>
              </a:lnSpc>
              <a:spcAft>
                <a:spcPts val="600"/>
              </a:spcAft>
            </a:pPr>
            <a:r>
              <a:rPr sz="1300" b="1">
                <a:solidFill>
                  <a:srgbClr val="2484C6"/>
                </a:solidFill>
                <a:latin typeface="다키 L"/>
                <a:ea typeface="다키 L"/>
              </a:rPr>
              <a:t>●  </a:t>
            </a:r>
            <a:r>
              <a:rPr sz="1300" b="0">
                <a:solidFill>
                  <a:srgbClr val="39424A"/>
                </a:solidFill>
                <a:latin typeface="다키 L"/>
                <a:ea typeface="다키 L"/>
              </a:rPr>
              <a:t>1단계 원자성: T1(신규주문) · T2(취소/반품) · T5(배송처리) — All-or-Nothing 트랜잭션</a:t>
            </a:r>
          </a:p>
          <a:p>
            <a:pPr>
              <a:lnSpc>
                <a:spcPct val="115000"/>
              </a:lnSpc>
              <a:spcAft>
                <a:spcPts val="600"/>
              </a:spcAft>
            </a:pPr>
            <a:r>
              <a:rPr sz="1300" b="1">
                <a:solidFill>
                  <a:srgbClr val="2484C6"/>
                </a:solidFill>
                <a:latin typeface="다키 L"/>
                <a:ea typeface="다키 L"/>
              </a:rPr>
              <a:t>●  </a:t>
            </a:r>
            <a:r>
              <a:rPr sz="1300" b="0">
                <a:solidFill>
                  <a:srgbClr val="39424A"/>
                </a:solidFill>
                <a:latin typeface="다키 L"/>
                <a:ea typeface="다키 L"/>
              </a:rPr>
              <a:t>2단계 참조무결성: T3(고객탈퇴) · T6(협력업체 해지) — 부모-자식 삭제 순서 강제</a:t>
            </a:r>
          </a:p>
          <a:p>
            <a:pPr>
              <a:lnSpc>
                <a:spcPct val="115000"/>
              </a:lnSpc>
              <a:spcAft>
                <a:spcPts val="600"/>
              </a:spcAft>
            </a:pPr>
            <a:r>
              <a:rPr sz="1300" b="1">
                <a:solidFill>
                  <a:srgbClr val="2484C6"/>
                </a:solidFill>
                <a:latin typeface="다키 L"/>
                <a:ea typeface="다키 L"/>
              </a:rPr>
              <a:t>●  </a:t>
            </a:r>
            <a:r>
              <a:rPr sz="1300" b="0">
                <a:solidFill>
                  <a:srgbClr val="39424A"/>
                </a:solidFill>
                <a:latin typeface="다키 L"/>
                <a:ea typeface="다키 L"/>
              </a:rPr>
              <a:t>3단계 애플리케이션 정합성: T4(상담등록) · T7(상품가 변경) — 물리 제약이 못 잡는 논리 결함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실증 결과 1</a:t>
            </a:r>
          </a:p>
        </p:txBody>
      </p:sp>
      <p:sp>
        <p:nvSpPr>
          <p:cNvPr id="4" name="Text Placeholder 3"/>
          <p:cNvSpPr>
            <a:spLocks noGrp="1"/>
          </p:cNvSpPr>
          <p:nvPr>
            <p:ph type="body" idx="11" sz="quarter"/>
          </p:nvPr>
        </p:nvSpPr>
        <p:spPr/>
        <p:txBody>
          <a:bodyPr/>
          <a:lstStyle/>
          <a:p>
            <a:r>
              <a:t>[실증 1] 신규 주문(T1) 및 취소/반품(T2)을 통한 트랜잭션 원자성 확인</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실패 경로 주입 시 선행 INSERT/UPDATE까지 완전히 롤백되어 원자성이 성립함을 확인했다.</a:t>
            </a:r>
          </a:p>
        </p:txBody>
      </p:sp>
      <p:sp>
        <p:nvSpPr>
          <p:cNvPr id="6" name="TextBox 5"/>
          <p:cNvSpPr txBox="1"/>
          <p:nvPr/>
        </p:nvSpPr>
        <p:spPr>
          <a:xfrm>
            <a:off x="306388" y="1764296"/>
            <a:ext cx="10080872" cy="5200129"/>
          </a:xfrm>
          <a:prstGeom prst="rect">
            <a:avLst/>
          </a:prstGeom>
          <a:noFill/>
        </p:spPr>
        <p:txBody>
          <a:bodyPr wrap="square">
            <a:spAutoFit/>
          </a:bodyPr>
          <a:lstStyle/>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T1 신규 주문: INSERT 4건 연동 중 없는 상품 참조 시 ORA-02291 발생 및 전체 롤백 처리</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T1 실증 결과: 실패 시 ORDERS, ORDER_ITEMS, SHIPMENTS 잔존 건수 0건으로 결함 원천 차단</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T2 주문 취소/반품: 다중 테이블 상태 동시 수정 및 이미 반품된 건 재처리 논리 거부</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T2 실증 결과: 비즈니스 규칙 위반 시 ORA-20001 예외 발생과 동시에 임시 변경 상태 전원 복구</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실증 결과 2</a:t>
            </a:r>
          </a:p>
        </p:txBody>
      </p:sp>
      <p:sp>
        <p:nvSpPr>
          <p:cNvPr id="4" name="Text Placeholder 3"/>
          <p:cNvSpPr>
            <a:spLocks noGrp="1"/>
          </p:cNvSpPr>
          <p:nvPr>
            <p:ph type="body" idx="11" sz="quarter"/>
          </p:nvPr>
        </p:nvSpPr>
        <p:spPr/>
        <p:txBody>
          <a:bodyPr/>
          <a:lstStyle/>
          <a:p>
            <a:r>
              <a:t>[실증 2] 고객 탈퇴(T3) 및 협력업체 해지(T6) 시 참조무결성 강제 검증</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FK가 NO ACTION이므로 자식 레코드가 남아 있는 한 부모 삭제는 엔진 레벨에서 차단된다.</a:t>
            </a:r>
          </a:p>
        </p:txBody>
      </p:sp>
      <p:sp>
        <p:nvSpPr>
          <p:cNvPr id="6" name="TextBox 5"/>
          <p:cNvSpPr txBox="1"/>
          <p:nvPr/>
        </p:nvSpPr>
        <p:spPr>
          <a:xfrm>
            <a:off x="306388" y="1764296"/>
            <a:ext cx="10080872" cy="5200129"/>
          </a:xfrm>
          <a:prstGeom prst="rect">
            <a:avLst/>
          </a:prstGeom>
          <a:noFill/>
        </p:spPr>
        <p:txBody>
          <a:bodyPr wrap="square">
            <a:spAutoFit/>
          </a:bodyPr>
          <a:lstStyle/>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T3 고객 탈퇴: FK가 NO ACTION이므로 상담→상세→배송→주문→주소→연락처→고객 순 삭제 강제</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T3 실증 결과: 부모(고객) 선삭제 시 ORA-02292 오류가 즉시 차단하며 선행 임시 명칭 변경 복구</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T6 협력업체 해지: 단일 부모를 참조하는 복수 자식 테이블(PRODUCTS, SHIPMENTS) 무결성 체크</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T6 실증 결과: 상품 6,615건 및 배송 2,089건이 참조 중인 협력업체 삭제 시도를 DB 엔진이 완전 차단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실증 결과 3</a:t>
            </a:r>
          </a:p>
        </p:txBody>
      </p:sp>
      <p:sp>
        <p:nvSpPr>
          <p:cNvPr id="4" name="Text Placeholder 3"/>
          <p:cNvSpPr>
            <a:spLocks noGrp="1"/>
          </p:cNvSpPr>
          <p:nvPr>
            <p:ph type="body" idx="11" sz="quarter"/>
          </p:nvPr>
        </p:nvSpPr>
        <p:spPr/>
        <p:txBody>
          <a:bodyPr/>
          <a:lstStyle/>
          <a:p>
            <a:r>
              <a:t>[실증 3] 이력 불변성(T7) 보존을 위한 스냅샷 구조 및 다중 세션 고립성(Isolation) 검증</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물리 제약이 못 잡는 이력 훼손은 업무 검증 로직으로 방어하고, 고립성은 커밋 시점에만 가시화된다.</a:t>
            </a:r>
          </a:p>
        </p:txBody>
      </p:sp>
      <p:sp>
        <p:nvSpPr>
          <p:cNvPr id="6" name="TextBox 5"/>
          <p:cNvSpPr txBox="1"/>
          <p:nvPr/>
        </p:nvSpPr>
        <p:spPr>
          <a:xfrm>
            <a:off x="306388" y="1764296"/>
            <a:ext cx="10080872" cy="5200129"/>
          </a:xfrm>
          <a:prstGeom prst="rect">
            <a:avLst/>
          </a:prstGeom>
          <a:noFill/>
        </p:spPr>
        <p:txBody>
          <a:bodyPr wrap="square">
            <a:spAutoFit/>
          </a:bodyPr>
          <a:lstStyle/>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T7 상품가 변경: PRODUCTS 가격 수정 시 과거 주문 상세(ORDER_ITEMS)의 가격 스냅샷 유지 확인</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논리 오류 방어: DB 제약조건이 잡지 못하는 과거 이력 훼손을 비즈니스 로직(ORA-20071)으로 방어</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2세션 고립성 테스트: 세션 1에서 상품가 미커밋 UPDATE 도중 세션 2의 읽기 일관성 검증</a:t>
            </a:r>
          </a:p>
          <a:p>
            <a:pPr>
              <a:lnSpc>
                <a:spcPct val="115000"/>
              </a:lnSpc>
              <a:spcAft>
                <a:spcPts val="1600"/>
              </a:spcAft>
            </a:pPr>
            <a:r>
              <a:rPr sz="1700" b="1">
                <a:solidFill>
                  <a:srgbClr val="2484C6"/>
                </a:solidFill>
                <a:latin typeface="다키 L"/>
                <a:ea typeface="다키 L"/>
              </a:rPr>
              <a:t>●  </a:t>
            </a:r>
            <a:r>
              <a:rPr sz="1700" b="0">
                <a:solidFill>
                  <a:srgbClr val="39424A"/>
                </a:solidFill>
                <a:latin typeface="다키 L"/>
                <a:ea typeface="다키 L"/>
              </a:rPr>
              <a:t>고립성 실증 결과: 세션 1이 COMMIT을 치는 최종 시점에만 세션 2에 변경 데이터 가시화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종합 검증 메트릭</a:t>
            </a:r>
          </a:p>
        </p:txBody>
      </p:sp>
      <p:sp>
        <p:nvSpPr>
          <p:cNvPr id="4" name="Text Placeholder 3"/>
          <p:cNvSpPr>
            <a:spLocks noGrp="1"/>
          </p:cNvSpPr>
          <p:nvPr>
            <p:ph type="body" idx="11" sz="quarter"/>
          </p:nvPr>
        </p:nvSpPr>
        <p:spPr/>
        <p:txBody>
          <a:bodyPr/>
          <a:lstStyle/>
          <a:p>
            <a:r>
              <a:t>ACID 속성 및 참조무결성 종합 검증 메트릭</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7대 트랜잭션에 주입한 실패 시나리오 전체를 ACID 속성별로 종합 정리한 증명 일람이다.</a:t>
            </a:r>
          </a:p>
        </p:txBody>
      </p:sp>
      <p:graphicFrame>
        <p:nvGraphicFramePr>
          <p:cNvPr id="6" name="Table 5"/>
          <p:cNvGraphicFramePr>
            <a:graphicFrameLocks noGrp="1"/>
          </p:cNvGraphicFramePr>
          <p:nvPr/>
        </p:nvGraphicFramePr>
        <p:xfrm>
          <a:off x="306388" y="1764296"/>
          <a:ext cx="10080870" cy="5150000"/>
        </p:xfrm>
        <a:graphic>
          <a:graphicData uri="http://schemas.openxmlformats.org/drawingml/2006/table">
            <a:tbl>
              <a:tblPr firstRow="1" bandRow="1">
                <a:tableStyleId>{5C22544A-7EE6-4342-B048-85BDC9FD1C3A}</a:tableStyleId>
              </a:tblPr>
              <a:tblGrid>
                <a:gridCol w="1947441"/>
                <a:gridCol w="2634773"/>
                <a:gridCol w="1718330"/>
                <a:gridCol w="3780326"/>
              </a:tblGrid>
              <a:tr h="858333">
                <a:tc>
                  <a:txBody>
                    <a:bodyPr/>
                    <a:lstStyle/>
                    <a:p>
                      <a:pPr algn="ctr"/>
                      <a:r>
                        <a:rPr sz="1150" b="1">
                          <a:solidFill>
                            <a:srgbClr val="FFFFFF"/>
                          </a:solidFill>
                          <a:latin typeface="다키 L"/>
                          <a:ea typeface="다키 L"/>
                        </a:rPr>
                        <a:t>ACID / 무결성 규칙</a:t>
                      </a:r>
                    </a:p>
                  </a:txBody>
                  <a:tcPr anchor="ctr">
                    <a:solidFill>
                      <a:srgbClr val="2484C6"/>
                    </a:solidFill>
                  </a:tcPr>
                </a:tc>
                <a:tc>
                  <a:txBody>
                    <a:bodyPr/>
                    <a:lstStyle/>
                    <a:p>
                      <a:pPr algn="ctr"/>
                      <a:r>
                        <a:rPr sz="1150" b="1">
                          <a:solidFill>
                            <a:srgbClr val="FFFFFF"/>
                          </a:solidFill>
                          <a:latin typeface="다키 L"/>
                          <a:ea typeface="다키 L"/>
                        </a:rPr>
                        <a:t>검증 요건</a:t>
                      </a:r>
                    </a:p>
                  </a:txBody>
                  <a:tcPr anchor="ctr">
                    <a:solidFill>
                      <a:srgbClr val="2484C6"/>
                    </a:solidFill>
                  </a:tcPr>
                </a:tc>
                <a:tc>
                  <a:txBody>
                    <a:bodyPr/>
                    <a:lstStyle/>
                    <a:p>
                      <a:pPr algn="ctr"/>
                      <a:r>
                        <a:rPr sz="1150" b="1">
                          <a:solidFill>
                            <a:srgbClr val="FFFFFF"/>
                          </a:solidFill>
                          <a:latin typeface="다키 L"/>
                          <a:ea typeface="다키 L"/>
                        </a:rPr>
                        <a:t>관련 시나리오</a:t>
                      </a:r>
                    </a:p>
                  </a:txBody>
                  <a:tcPr anchor="ctr">
                    <a:solidFill>
                      <a:srgbClr val="2484C6"/>
                    </a:solidFill>
                  </a:tcPr>
                </a:tc>
                <a:tc>
                  <a:txBody>
                    <a:bodyPr/>
                    <a:lstStyle/>
                    <a:p>
                      <a:pPr algn="ctr"/>
                      <a:r>
                        <a:rPr sz="1150" b="1">
                          <a:solidFill>
                            <a:srgbClr val="FFFFFF"/>
                          </a:solidFill>
                          <a:latin typeface="다키 L"/>
                          <a:ea typeface="다키 L"/>
                        </a:rPr>
                        <a:t>관측 기록</a:t>
                      </a:r>
                    </a:p>
                  </a:txBody>
                  <a:tcPr anchor="ctr">
                    <a:solidFill>
                      <a:srgbClr val="2484C6"/>
                    </a:solidFill>
                  </a:tcPr>
                </a:tc>
              </a:tr>
              <a:tr h="858333">
                <a:tc>
                  <a:txBody>
                    <a:bodyPr/>
                    <a:lstStyle/>
                    <a:p>
                      <a:r>
                        <a:rPr sz="1050" b="0">
                          <a:solidFill>
                            <a:srgbClr val="39424A"/>
                          </a:solidFill>
                          <a:latin typeface="다키 L"/>
                          <a:ea typeface="다키 L"/>
                        </a:rPr>
                        <a:t>원자성</a:t>
                      </a:r>
                    </a:p>
                    <a:p>
                      <a:r>
                        <a:rPr sz="1050" b="0">
                          <a:solidFill>
                            <a:srgbClr val="39424A"/>
                          </a:solidFill>
                          <a:latin typeface="다키 L"/>
                          <a:ea typeface="다키 L"/>
                        </a:rPr>
                        <a:t>(Atomicity)</a:t>
                      </a:r>
                    </a:p>
                  </a:txBody>
                  <a:tcPr anchor="ctr" marT="45720" marB="45720">
                    <a:solidFill>
                      <a:srgbClr val="F3F7FA"/>
                    </a:solidFill>
                  </a:tcPr>
                </a:tc>
                <a:tc>
                  <a:txBody>
                    <a:bodyPr/>
                    <a:lstStyle/>
                    <a:p>
                      <a:r>
                        <a:rPr sz="1050" b="0">
                          <a:solidFill>
                            <a:srgbClr val="39424A"/>
                          </a:solidFill>
                          <a:latin typeface="다키 L"/>
                          <a:ea typeface="다키 L"/>
                        </a:rPr>
                        <a:t>선행 DML의 임시 갱신이</a:t>
                      </a:r>
                    </a:p>
                    <a:p>
                      <a:r>
                        <a:rPr sz="1050" b="0">
                          <a:solidFill>
                            <a:srgbClr val="39424A"/>
                          </a:solidFill>
                          <a:latin typeface="다키 L"/>
                          <a:ea typeface="다키 L"/>
                        </a:rPr>
                        <a:t>완벽 취소·복구되는가</a:t>
                      </a:r>
                    </a:p>
                  </a:txBody>
                  <a:tcPr anchor="ctr" marT="45720" marB="45720">
                    <a:solidFill>
                      <a:srgbClr val="F3F7FA"/>
                    </a:solidFill>
                  </a:tcPr>
                </a:tc>
                <a:tc>
                  <a:txBody>
                    <a:bodyPr/>
                    <a:lstStyle/>
                    <a:p>
                      <a:r>
                        <a:rPr sz="1050" b="0">
                          <a:solidFill>
                            <a:srgbClr val="39424A"/>
                          </a:solidFill>
                          <a:latin typeface="다키 L"/>
                          <a:ea typeface="다키 L"/>
                        </a:rPr>
                        <a:t>T1, T2, T3, T5</a:t>
                      </a:r>
                    </a:p>
                  </a:txBody>
                  <a:tcPr anchor="ctr" marT="45720" marB="45720">
                    <a:solidFill>
                      <a:srgbClr val="F3F7FA"/>
                    </a:solidFill>
                  </a:tcPr>
                </a:tc>
                <a:tc>
                  <a:txBody>
                    <a:bodyPr/>
                    <a:lstStyle/>
                    <a:p>
                      <a:r>
                        <a:rPr sz="1050" b="0">
                          <a:solidFill>
                            <a:srgbClr val="39424A"/>
                          </a:solidFill>
                          <a:latin typeface="다키 L"/>
                          <a:ea typeface="다키 L"/>
                        </a:rPr>
                        <a:t>T1: 상품상세 등록 에러 시 선행 ORDERS 헤더까지 삭제, 잔존 0건</a:t>
                      </a:r>
                    </a:p>
                  </a:txBody>
                  <a:tcPr anchor="ctr" marT="45720" marB="45720">
                    <a:solidFill>
                      <a:srgbClr val="F3F7FA"/>
                    </a:solidFill>
                  </a:tcPr>
                </a:tc>
              </a:tr>
              <a:tr h="858333">
                <a:tc>
                  <a:txBody>
                    <a:bodyPr/>
                    <a:lstStyle/>
                    <a:p>
                      <a:r>
                        <a:rPr sz="1050" b="0">
                          <a:solidFill>
                            <a:srgbClr val="39424A"/>
                          </a:solidFill>
                          <a:latin typeface="다키 L"/>
                          <a:ea typeface="다키 L"/>
                        </a:rPr>
                        <a:t>일관성</a:t>
                      </a:r>
                    </a:p>
                    <a:p>
                      <a:r>
                        <a:rPr sz="1050" b="0">
                          <a:solidFill>
                            <a:srgbClr val="39424A"/>
                          </a:solidFill>
                          <a:latin typeface="다키 L"/>
                          <a:ea typeface="다키 L"/>
                        </a:rPr>
                        <a:t>(Consistency)</a:t>
                      </a:r>
                    </a:p>
                  </a:txBody>
                  <a:tcPr anchor="ctr" marT="45720" marB="45720">
                    <a:solidFill>
                      <a:srgbClr val="FFFFFF"/>
                    </a:solidFill>
                  </a:tcPr>
                </a:tc>
                <a:tc>
                  <a:txBody>
                    <a:bodyPr/>
                    <a:lstStyle/>
                    <a:p>
                      <a:r>
                        <a:rPr sz="1050" b="0">
                          <a:solidFill>
                            <a:srgbClr val="39424A"/>
                          </a:solidFill>
                          <a:latin typeface="다키 L"/>
                          <a:ea typeface="다키 L"/>
                        </a:rPr>
                        <a:t>정적 무결성 제약과 세부규칙이</a:t>
                      </a:r>
                    </a:p>
                    <a:p>
                      <a:r>
                        <a:rPr sz="1050" b="0">
                          <a:solidFill>
                            <a:srgbClr val="39424A"/>
                          </a:solidFill>
                          <a:latin typeface="다키 L"/>
                          <a:ea typeface="다키 L"/>
                        </a:rPr>
                        <a:t>항상 유효한 분포를 유지하는가</a:t>
                      </a:r>
                    </a:p>
                  </a:txBody>
                  <a:tcPr anchor="ctr" marT="45720" marB="45720">
                    <a:solidFill>
                      <a:srgbClr val="FFFFFF"/>
                    </a:solidFill>
                  </a:tcPr>
                </a:tc>
                <a:tc>
                  <a:txBody>
                    <a:bodyPr/>
                    <a:lstStyle/>
                    <a:p>
                      <a:r>
                        <a:rPr sz="1050" b="0">
                          <a:solidFill>
                            <a:srgbClr val="39424A"/>
                          </a:solidFill>
                          <a:latin typeface="다키 L"/>
                          <a:ea typeface="다키 L"/>
                        </a:rPr>
                        <a:t>T1, T2, T4, T5, T7</a:t>
                      </a:r>
                    </a:p>
                  </a:txBody>
                  <a:tcPr anchor="ctr" marT="45720" marB="45720">
                    <a:solidFill>
                      <a:srgbClr val="FFFFFF"/>
                    </a:solidFill>
                  </a:tcPr>
                </a:tc>
                <a:tc>
                  <a:txBody>
                    <a:bodyPr/>
                    <a:lstStyle/>
                    <a:p>
                      <a:r>
                        <a:rPr sz="1050" b="0">
                          <a:solidFill>
                            <a:srgbClr val="39424A"/>
                          </a:solidFill>
                          <a:latin typeface="다키 L"/>
                          <a:ea typeface="다키 L"/>
                        </a:rPr>
                        <a:t>T4: 복합 PK 충돌 시에도 CLOB 상담기록 손상 없이 보존</a:t>
                      </a:r>
                    </a:p>
                  </a:txBody>
                  <a:tcPr anchor="ctr" marT="45720" marB="45720">
                    <a:solidFill>
                      <a:srgbClr val="FFFFFF"/>
                    </a:solidFill>
                  </a:tcPr>
                </a:tc>
              </a:tr>
              <a:tr h="858333">
                <a:tc>
                  <a:txBody>
                    <a:bodyPr/>
                    <a:lstStyle/>
                    <a:p>
                      <a:r>
                        <a:rPr sz="1050" b="0">
                          <a:solidFill>
                            <a:srgbClr val="39424A"/>
                          </a:solidFill>
                          <a:latin typeface="다키 L"/>
                          <a:ea typeface="다키 L"/>
                        </a:rPr>
                        <a:t>고립성</a:t>
                      </a:r>
                    </a:p>
                    <a:p>
                      <a:r>
                        <a:rPr sz="1050" b="0">
                          <a:solidFill>
                            <a:srgbClr val="39424A"/>
                          </a:solidFill>
                          <a:latin typeface="다키 L"/>
                          <a:ea typeface="다키 L"/>
                        </a:rPr>
                        <a:t>(Isolation)</a:t>
                      </a:r>
                    </a:p>
                  </a:txBody>
                  <a:tcPr anchor="ctr" marT="45720" marB="45720">
                    <a:solidFill>
                      <a:srgbClr val="F3F7FA"/>
                    </a:solidFill>
                  </a:tcPr>
                </a:tc>
                <a:tc>
                  <a:txBody>
                    <a:bodyPr/>
                    <a:lstStyle/>
                    <a:p>
                      <a:r>
                        <a:rPr sz="1050" b="0">
                          <a:solidFill>
                            <a:srgbClr val="39424A"/>
                          </a:solidFill>
                          <a:latin typeface="다키 L"/>
                          <a:ea typeface="다키 L"/>
                        </a:rPr>
                        <a:t>미확정 트랜잭션이 동시 세션에</a:t>
                      </a:r>
                    </a:p>
                    <a:p>
                      <a:r>
                        <a:rPr sz="1050" b="0">
                          <a:solidFill>
                            <a:srgbClr val="39424A"/>
                          </a:solidFill>
                          <a:latin typeface="다키 L"/>
                          <a:ea typeface="다키 L"/>
                        </a:rPr>
                        <a:t>부적절한 간섭을 유발하지 않는가</a:t>
                      </a:r>
                    </a:p>
                  </a:txBody>
                  <a:tcPr anchor="ctr" marT="45720" marB="45720">
                    <a:solidFill>
                      <a:srgbClr val="F3F7FA"/>
                    </a:solidFill>
                  </a:tcPr>
                </a:tc>
                <a:tc>
                  <a:txBody>
                    <a:bodyPr/>
                    <a:lstStyle/>
                    <a:p>
                      <a:r>
                        <a:rPr sz="1050" b="0">
                          <a:solidFill>
                            <a:srgbClr val="39424A"/>
                          </a:solidFill>
                          <a:latin typeface="다키 L"/>
                          <a:ea typeface="다키 L"/>
                        </a:rPr>
                        <a:t>2세션 테스트</a:t>
                      </a:r>
                    </a:p>
                  </a:txBody>
                  <a:tcPr anchor="ctr" marT="45720" marB="45720">
                    <a:solidFill>
                      <a:srgbClr val="F3F7FA"/>
                    </a:solidFill>
                  </a:tcPr>
                </a:tc>
                <a:tc>
                  <a:txBody>
                    <a:bodyPr/>
                    <a:lstStyle/>
                    <a:p>
                      <a:r>
                        <a:rPr sz="1050" b="0">
                          <a:solidFill>
                            <a:srgbClr val="39424A"/>
                          </a:solidFill>
                          <a:latin typeface="다키 L"/>
                          <a:ea typeface="다키 L"/>
                        </a:rPr>
                        <a:t>세션1 COMMIT 전까지 세션2는 read consistency로 구값만 관측</a:t>
                      </a:r>
                    </a:p>
                  </a:txBody>
                  <a:tcPr anchor="ctr" marT="45720" marB="45720">
                    <a:solidFill>
                      <a:srgbClr val="F3F7FA"/>
                    </a:solidFill>
                  </a:tcPr>
                </a:tc>
              </a:tr>
              <a:tr h="858333">
                <a:tc>
                  <a:txBody>
                    <a:bodyPr/>
                    <a:lstStyle/>
                    <a:p>
                      <a:r>
                        <a:rPr sz="1050" b="0">
                          <a:solidFill>
                            <a:srgbClr val="39424A"/>
                          </a:solidFill>
                          <a:latin typeface="다키 L"/>
                          <a:ea typeface="다키 L"/>
                        </a:rPr>
                        <a:t>지속성</a:t>
                      </a:r>
                    </a:p>
                    <a:p>
                      <a:r>
                        <a:rPr sz="1050" b="0">
                          <a:solidFill>
                            <a:srgbClr val="39424A"/>
                          </a:solidFill>
                          <a:latin typeface="다키 L"/>
                          <a:ea typeface="다키 L"/>
                        </a:rPr>
                        <a:t>(Durability)</a:t>
                      </a:r>
                    </a:p>
                  </a:txBody>
                  <a:tcPr anchor="ctr" marT="45720" marB="45720">
                    <a:solidFill>
                      <a:srgbClr val="FFFFFF"/>
                    </a:solidFill>
                  </a:tcPr>
                </a:tc>
                <a:tc>
                  <a:txBody>
                    <a:bodyPr/>
                    <a:lstStyle/>
                    <a:p>
                      <a:r>
                        <a:rPr sz="1050" b="0">
                          <a:solidFill>
                            <a:srgbClr val="39424A"/>
                          </a:solidFill>
                          <a:latin typeface="다키 L"/>
                          <a:ea typeface="다키 L"/>
                        </a:rPr>
                        <a:t>COMMIT 데이터가 크래시 이후에도</a:t>
                      </a:r>
                    </a:p>
                    <a:p>
                      <a:r>
                        <a:rPr sz="1050" b="0">
                          <a:solidFill>
                            <a:srgbClr val="39424A"/>
                          </a:solidFill>
                          <a:latin typeface="다키 L"/>
                          <a:ea typeface="다키 L"/>
                        </a:rPr>
                        <a:t>완전 영속되는가</a:t>
                      </a:r>
                    </a:p>
                  </a:txBody>
                  <a:tcPr anchor="ctr" marT="45720" marB="45720">
                    <a:solidFill>
                      <a:srgbClr val="FFFFFF"/>
                    </a:solidFill>
                  </a:tcPr>
                </a:tc>
                <a:tc>
                  <a:txBody>
                    <a:bodyPr/>
                    <a:lstStyle/>
                    <a:p>
                      <a:r>
                        <a:rPr sz="1050" b="0">
                          <a:solidFill>
                            <a:srgbClr val="39424A"/>
                          </a:solidFill>
                          <a:latin typeface="다키 L"/>
                          <a:ea typeface="다키 L"/>
                        </a:rPr>
                        <a:t>T1~T7 전체</a:t>
                      </a:r>
                    </a:p>
                  </a:txBody>
                  <a:tcPr anchor="ctr" marT="45720" marB="45720">
                    <a:solidFill>
                      <a:srgbClr val="FFFFFF"/>
                    </a:solidFill>
                  </a:tcPr>
                </a:tc>
                <a:tc>
                  <a:txBody>
                    <a:bodyPr/>
                    <a:lstStyle/>
                    <a:p>
                      <a:r>
                        <a:rPr sz="1050" b="0">
                          <a:solidFill>
                            <a:srgbClr val="39424A"/>
                          </a:solidFill>
                          <a:latin typeface="다키 L"/>
                          <a:ea typeface="다키 L"/>
                        </a:rPr>
                        <a:t>재접속 이후에도 영속 장치에 물리 기록되어 영구 보존 확인</a:t>
                      </a:r>
                    </a:p>
                  </a:txBody>
                  <a:tcPr anchor="ctr" marT="45720" marB="45720">
                    <a:solidFill>
                      <a:srgbClr val="FFFFFF"/>
                    </a:solidFill>
                  </a:tcPr>
                </a:tc>
              </a:tr>
              <a:tr h="858335">
                <a:tc>
                  <a:txBody>
                    <a:bodyPr/>
                    <a:lstStyle/>
                    <a:p>
                      <a:r>
                        <a:rPr sz="1050" b="0">
                          <a:solidFill>
                            <a:srgbClr val="39424A"/>
                          </a:solidFill>
                          <a:latin typeface="다키 L"/>
                          <a:ea typeface="다키 L"/>
                        </a:rPr>
                        <a:t>참조무결성</a:t>
                      </a:r>
                    </a:p>
                    <a:p>
                      <a:r>
                        <a:rPr sz="1050" b="0">
                          <a:solidFill>
                            <a:srgbClr val="39424A"/>
                          </a:solidFill>
                          <a:latin typeface="다키 L"/>
                          <a:ea typeface="다키 L"/>
                        </a:rPr>
                        <a:t>(Referential Integrity)</a:t>
                      </a:r>
                    </a:p>
                  </a:txBody>
                  <a:tcPr anchor="ctr" marT="45720" marB="45720">
                    <a:solidFill>
                      <a:srgbClr val="F3F7FA"/>
                    </a:solidFill>
                  </a:tcPr>
                </a:tc>
                <a:tc>
                  <a:txBody>
                    <a:bodyPr/>
                    <a:lstStyle/>
                    <a:p>
                      <a:r>
                        <a:rPr sz="1050" b="0">
                          <a:solidFill>
                            <a:srgbClr val="39424A"/>
                          </a:solidFill>
                          <a:latin typeface="다키 L"/>
                          <a:ea typeface="다키 L"/>
                        </a:rPr>
                        <a:t>자식 데이터가 남은 부모의</a:t>
                      </a:r>
                    </a:p>
                    <a:p>
                      <a:r>
                        <a:rPr sz="1050" b="0">
                          <a:solidFill>
                            <a:srgbClr val="39424A"/>
                          </a:solidFill>
                          <a:latin typeface="다키 L"/>
                          <a:ea typeface="다키 L"/>
                        </a:rPr>
                        <a:t>무단 소거를 강제 거부하는가</a:t>
                      </a:r>
                    </a:p>
                  </a:txBody>
                  <a:tcPr anchor="ctr" marT="45720" marB="45720">
                    <a:solidFill>
                      <a:srgbClr val="F3F7FA"/>
                    </a:solidFill>
                  </a:tcPr>
                </a:tc>
                <a:tc>
                  <a:txBody>
                    <a:bodyPr/>
                    <a:lstStyle/>
                    <a:p>
                      <a:r>
                        <a:rPr sz="1050" b="0">
                          <a:solidFill>
                            <a:srgbClr val="39424A"/>
                          </a:solidFill>
                          <a:latin typeface="다키 L"/>
                          <a:ea typeface="다키 L"/>
                        </a:rPr>
                        <a:t>T3, T6</a:t>
                      </a:r>
                    </a:p>
                  </a:txBody>
                  <a:tcPr anchor="ctr" marT="45720" marB="45720">
                    <a:solidFill>
                      <a:srgbClr val="F3F7FA"/>
                    </a:solidFill>
                  </a:tcPr>
                </a:tc>
                <a:tc>
                  <a:txBody>
                    <a:bodyPr/>
                    <a:lstStyle/>
                    <a:p>
                      <a:r>
                        <a:rPr sz="1050" b="0">
                          <a:solidFill>
                            <a:srgbClr val="39424A"/>
                          </a:solidFill>
                          <a:latin typeface="다키 L"/>
                          <a:ea typeface="다키 L"/>
                        </a:rPr>
                        <a:t>T6: 상품 6,615건·배송 2,089건 걸린 협력업체 삭제를 완전 차단</a:t>
                      </a:r>
                    </a:p>
                  </a:txBody>
                  <a:tcPr anchor="ctr" marT="45720" marB="45720">
                    <a:solidFill>
                      <a:srgbClr val="F3F7FA"/>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r>
              <a:t>종합 결론</a:t>
            </a:r>
          </a:p>
        </p:txBody>
      </p:sp>
      <p:sp>
        <p:nvSpPr>
          <p:cNvPr id="4" name="Text Placeholder 3"/>
          <p:cNvSpPr>
            <a:spLocks noGrp="1"/>
          </p:cNvSpPr>
          <p:nvPr>
            <p:ph type="body" idx="11" sz="quarter"/>
          </p:nvPr>
        </p:nvSpPr>
        <p:spPr/>
        <p:txBody>
          <a:bodyPr/>
          <a:lstStyle/>
          <a:p>
            <a:r>
              <a:t>DB 제약조건과 애플리케이션 예외 처리의 복합 구성을 통한 완벽한 정합성 확보</a:t>
            </a:r>
          </a:p>
        </p:txBody>
      </p:sp>
      <p:sp>
        <p:nvSpPr>
          <p:cNvPr id="5" name="Text Placeholder 4"/>
          <p:cNvSpPr>
            <a:spLocks noGrp="1"/>
          </p:cNvSpPr>
          <p:nvPr>
            <p:ph type="body" idx="12" sz="quarter"/>
          </p:nvPr>
        </p:nvSpPr>
        <p:spPr/>
        <p:txBody>
          <a:bodyPr/>
          <a:lstStyle/>
          <a:p>
            <a:r>
              <a:rPr sz="1500">
                <a:solidFill>
                  <a:srgbClr val="50646E"/>
                </a:solidFill>
                <a:latin typeface="다키 L"/>
                <a:ea typeface="다키 L"/>
              </a:rPr>
              <a:t>DB 엔진 레벨 무결성과 애플리케이션 트랜잭션 제어의 결합이 ACID의 필수 요건임을 실증했다.</a:t>
            </a:r>
          </a:p>
        </p:txBody>
      </p:sp>
      <p:sp>
        <p:nvSpPr>
          <p:cNvPr id="6" name="TextBox 5"/>
          <p:cNvSpPr txBox="1"/>
          <p:nvPr/>
        </p:nvSpPr>
        <p:spPr>
          <a:xfrm>
            <a:off x="306388" y="1764296"/>
            <a:ext cx="10080872" cy="5200129"/>
          </a:xfrm>
          <a:prstGeom prst="rect">
            <a:avLst/>
          </a:prstGeom>
          <a:noFill/>
        </p:spPr>
        <p:txBody>
          <a:bodyPr wrap="square">
            <a:spAutoFit/>
          </a:bodyPr>
          <a:lstStyle/>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정적 제약(PK/FK, 인덱스)을 통해 부적절한 참조, 중복 입력, 자식 잔존 삭제 오류의 원천 차단</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제약조건이 인지하지 못하는 논리 결함(이력 훼손, 불법 상태 전이)은 업무 검증 로직으로 보완</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복합 아키텍처 입증: DB 엔진 레벨 무결성과 애플리케이션 트랜잭션 제어의 결합이 ACID의 필수 요건</a:t>
            </a:r>
          </a:p>
          <a:p>
            <a:pPr>
              <a:lnSpc>
                <a:spcPct val="115000"/>
              </a:lnSpc>
              <a:spcAft>
                <a:spcPts val="1800"/>
              </a:spcAft>
            </a:pPr>
            <a:r>
              <a:rPr sz="1800" b="1">
                <a:solidFill>
                  <a:srgbClr val="2484C6"/>
                </a:solidFill>
                <a:latin typeface="다키 L"/>
                <a:ea typeface="다키 L"/>
              </a:rPr>
              <a:t>●  </a:t>
            </a:r>
            <a:r>
              <a:rPr sz="1800" b="0">
                <a:solidFill>
                  <a:srgbClr val="39424A"/>
                </a:solidFill>
                <a:latin typeface="다키 L"/>
                <a:ea typeface="다키 L"/>
              </a:rPr>
              <a:t>실증 데이터 기반의 BO 스키마 분석을 완료하여 데이터 운영 안정성 및 장애 방어 체계 수립</a:t>
            </a:r>
          </a:p>
        </p:txBody>
      </p:sp>
    </p:spTree>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다우색상">
      <a:dk1>
        <a:sysClr val="windowText" lastClr="000000"/>
      </a:dk1>
      <a:lt1>
        <a:srgbClr val="FFFFFF"/>
      </a:lt1>
      <a:dk2>
        <a:srgbClr val="323C46"/>
      </a:dk2>
      <a:lt2>
        <a:srgbClr val="FFFFFF"/>
      </a:lt2>
      <a:accent1>
        <a:srgbClr val="2482C8"/>
      </a:accent1>
      <a:accent2>
        <a:srgbClr val="005AAA"/>
      </a:accent2>
      <a:accent3>
        <a:srgbClr val="68AEE0"/>
      </a:accent3>
      <a:accent4>
        <a:srgbClr val="50646E"/>
      </a:accent4>
      <a:accent5>
        <a:srgbClr val="8C9398"/>
      </a:accent5>
      <a:accent6>
        <a:srgbClr val="B4BCBE"/>
      </a:accent6>
      <a:hlink>
        <a:srgbClr val="005AAA"/>
      </a:hlink>
      <a:folHlink>
        <a:srgbClr val="8C9398"/>
      </a:folHlink>
    </a:clrScheme>
    <a:fontScheme name="다우글꼴">
      <a:majorFont>
        <a:latin typeface="다키 M Title"/>
        <a:ea typeface="다키 L"/>
        <a:cs typeface=""/>
      </a:majorFont>
      <a:minorFont>
        <a:latin typeface="다키 M"/>
        <a:ea typeface="다키 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125</TotalTime>
  <Words>2638</Words>
  <Application>Microsoft Office PowerPoint</Application>
  <PresentationFormat>사용자 지정</PresentationFormat>
  <Paragraphs>554</Paragraphs>
  <Slides>27</Slides>
  <Notes>9</Notes>
  <HiddenSlides>0</HiddenSlides>
  <MMClips>0</MMClips>
  <ScaleCrop>false</ScaleCrop>
  <HeadingPairs>
    <vt:vector size="6" baseType="variant">
      <vt:variant>
        <vt:lpstr>사용한 글꼴</vt:lpstr>
      </vt:variant>
      <vt:variant>
        <vt:i4>11</vt:i4>
      </vt:variant>
      <vt:variant>
        <vt:lpstr>테마</vt:lpstr>
      </vt:variant>
      <vt:variant>
        <vt:i4>2</vt:i4>
      </vt:variant>
      <vt:variant>
        <vt:lpstr>슬라이드 제목</vt:lpstr>
      </vt:variant>
      <vt:variant>
        <vt:i4>27</vt:i4>
      </vt:variant>
    </vt:vector>
  </HeadingPairs>
  <TitlesOfParts>
    <vt:vector size="40" baseType="lpstr">
      <vt:lpstr>굴림체</vt:lpstr>
      <vt:lpstr>다키 B</vt:lpstr>
      <vt:lpstr>다키 L</vt:lpstr>
      <vt:lpstr>다키 M</vt:lpstr>
      <vt:lpstr>다키 M Title</vt:lpstr>
      <vt:lpstr>맑은 고딕</vt:lpstr>
      <vt:lpstr>Arial</vt:lpstr>
      <vt:lpstr>Calibri</vt:lpstr>
      <vt:lpstr>Calibri Light</vt:lpstr>
      <vt:lpstr>Times New Roman</vt:lpstr>
      <vt:lpstr>Wingdings</vt:lpstr>
      <vt:lpstr>Office 테마</vt:lpstr>
      <vt:lpstr>디자인 사용자 지정</vt:lpstr>
      <vt:lpstr>표지 부제목 입력</vt:lpstr>
      <vt:lpstr>PowerPoint 프레젠테이션</vt:lpstr>
      <vt:lpstr>Table of Contents</vt:lpstr>
      <vt:lpstr>스키마 분석  및 트랜잭션 시뮬레이션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SQL 튜닝  및 인덱스 전략</vt:lpstr>
      <vt:lpstr>PowerPoint 프레젠테이션</vt:lpstr>
      <vt:lpstr>복구 전략 수립 (Backup &amp; Recovery)</vt:lpstr>
      <vt:lpstr>PowerPoint 프레젠테이션</vt:lpstr>
      <vt:lpstr>PL/SQL을 활용한  대량 데이터 배치 처리</vt:lpstr>
      <vt:lpstr>PowerPoint 프레젠테이션</vt:lpstr>
      <vt:lpstr>04번 항목  수행 시간 측정  및 성능 개선</vt:lpstr>
      <vt:lpstr>PowerPoint 프레젠테이션</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Windows 사용자</dc:creator>
  <cp:lastModifiedBy>DAOU</cp:lastModifiedBy>
  <cp:revision>128</cp:revision>
  <dcterms:created xsi:type="dcterms:W3CDTF">2018-09-10T06:50:11Z</dcterms:created>
  <dcterms:modified xsi:type="dcterms:W3CDTF">2026-07-08T11:54:15Z</dcterms:modified>
</cp:coreProperties>
</file>
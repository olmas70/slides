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9" r:id="rId2"/>
  </p:sldMasterIdLst>
  <p:notesMasterIdLst>
    <p:notesMasterId r:id="rId8"/>
  </p:notesMasterIdLst>
  <p:sldIdLst>
    <p:sldId id="258" r:id="rId3"/>
    <p:sldId id="259" r:id="rId4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262" r:id="rId7"/>
  </p:sldIdLst>
  <p:sldSz cx="10693400" cy="7561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clrMode="gray"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84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3" d="100"/>
          <a:sy n="63" d="100"/>
        </p:scale>
        <p:origin x="326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543EC8-4E6D-46BD-944B-963EC29406E5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143000"/>
            <a:ext cx="4365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43497E-7C23-425D-9327-51260E98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42004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/>
          <p:cNvSpPr>
            <a:spLocks noGrp="1"/>
          </p:cNvSpPr>
          <p:nvPr>
            <p:ph type="ctrTitle" hasCustomPrompt="1"/>
          </p:nvPr>
        </p:nvSpPr>
        <p:spPr>
          <a:xfrm>
            <a:off x="1206241" y="2109140"/>
            <a:ext cx="7992889" cy="874575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5000">
                <a:solidFill>
                  <a:srgbClr val="2482C8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ko-KR" altLang="en-US" dirty="0" smtClean="0"/>
              <a:t>표지 부제목 입력</a:t>
            </a:r>
            <a:endParaRPr lang="ko-KR" altLang="en-US" dirty="0"/>
          </a:p>
        </p:txBody>
      </p:sp>
      <p:sp>
        <p:nvSpPr>
          <p:cNvPr id="8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314252" y="5131746"/>
            <a:ext cx="2594426" cy="397930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1800">
                <a:solidFill>
                  <a:srgbClr val="9DA6AB"/>
                </a:solidFill>
                <a:latin typeface="다키 L" pitchFamily="2" charset="-127"/>
                <a:ea typeface="다키 L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 dirty="0" smtClean="0"/>
              <a:t>00 </a:t>
            </a:r>
            <a:r>
              <a:rPr lang="ko-KR" altLang="en-US" dirty="0" smtClean="0"/>
              <a:t>팀</a:t>
            </a:r>
            <a:endParaRPr lang="ko-KR" altLang="en-US" dirty="0"/>
          </a:p>
        </p:txBody>
      </p:sp>
      <p:sp>
        <p:nvSpPr>
          <p:cNvPr id="9" name="직사각형 8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Font typeface="Arial" panose="020B0604020202020204" pitchFamily="34" charset="0"/>
              <a:buNone/>
            </a:pPr>
            <a:endParaRPr lang="ko-KR" altLang="en-US"/>
          </a:p>
        </p:txBody>
      </p:sp>
      <p:cxnSp>
        <p:nvCxnSpPr>
          <p:cNvPr id="10" name="직선 연결선 9"/>
          <p:cNvCxnSpPr/>
          <p:nvPr userDrawn="1"/>
        </p:nvCxnSpPr>
        <p:spPr>
          <a:xfrm>
            <a:off x="1314252" y="4932759"/>
            <a:ext cx="2592288" cy="0"/>
          </a:xfrm>
          <a:prstGeom prst="line">
            <a:avLst/>
          </a:prstGeom>
          <a:ln>
            <a:solidFill>
              <a:srgbClr val="9DA6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 userDrawn="1"/>
        </p:nvCxnSpPr>
        <p:spPr>
          <a:xfrm>
            <a:off x="1314252" y="6587727"/>
            <a:ext cx="2592288" cy="0"/>
          </a:xfrm>
          <a:prstGeom prst="line">
            <a:avLst/>
          </a:prstGeom>
          <a:ln>
            <a:solidFill>
              <a:srgbClr val="9DA6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811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텍스트 개체 틀 15"/>
          <p:cNvSpPr>
            <a:spLocks noGrp="1"/>
          </p:cNvSpPr>
          <p:nvPr>
            <p:ph type="body" sz="quarter" idx="10" hasCustomPrompt="1"/>
          </p:nvPr>
        </p:nvSpPr>
        <p:spPr>
          <a:xfrm>
            <a:off x="1206501" y="3064278"/>
            <a:ext cx="7993063" cy="1152878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323C46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algn="l"/>
            <a:r>
              <a:rPr lang="ko-KR" altLang="en-US" sz="6000" dirty="0" smtClean="0">
                <a:solidFill>
                  <a:srgbClr val="323C46"/>
                </a:solidFill>
              </a:rPr>
              <a:t>타이틀을 입력해주세요</a:t>
            </a:r>
            <a:endParaRPr lang="ko-KR" altLang="en-US" sz="6000" dirty="0">
              <a:solidFill>
                <a:srgbClr val="323C46"/>
              </a:solidFill>
            </a:endParaRPr>
          </a:p>
        </p:txBody>
      </p:sp>
      <p:sp>
        <p:nvSpPr>
          <p:cNvPr id="14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1314252" y="5569517"/>
            <a:ext cx="2592288" cy="39715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>
                <a:solidFill>
                  <a:srgbClr val="9DA6AB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dirty="0" smtClean="0"/>
              <a:t>홍길동</a:t>
            </a:r>
            <a:endParaRPr lang="en-US" altLang="ko-KR" dirty="0" smtClean="0"/>
          </a:p>
        </p:txBody>
      </p:sp>
      <p:sp>
        <p:nvSpPr>
          <p:cNvPr id="15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1314787" y="6006851"/>
            <a:ext cx="2593899" cy="398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rgbClr val="9DA6AB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en-US" altLang="ko-KR" dirty="0" smtClean="0"/>
              <a:t>2022.00.00</a:t>
            </a:r>
          </a:p>
        </p:txBody>
      </p:sp>
    </p:spTree>
    <p:extLst>
      <p:ext uri="{BB962C8B-B14F-4D97-AF65-F5344CB8AC3E}">
        <p14:creationId xmlns:p14="http://schemas.microsoft.com/office/powerpoint/2010/main" val="23463909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bg>
      <p:bgPr>
        <a:solidFill>
          <a:srgbClr val="2484C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/>
          <p:cNvSpPr>
            <a:spLocks noGrp="1"/>
          </p:cNvSpPr>
          <p:nvPr>
            <p:ph type="ctrTitle" hasCustomPrompt="1"/>
          </p:nvPr>
        </p:nvSpPr>
        <p:spPr>
          <a:xfrm>
            <a:off x="1206241" y="2109140"/>
            <a:ext cx="7992889" cy="874575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5000">
                <a:solidFill>
                  <a:srgbClr val="323C46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ko-KR" altLang="en-US" dirty="0" smtClean="0"/>
              <a:t>표지 부제목 입력</a:t>
            </a:r>
            <a:endParaRPr lang="ko-KR" altLang="en-US" dirty="0"/>
          </a:p>
        </p:txBody>
      </p:sp>
      <p:sp>
        <p:nvSpPr>
          <p:cNvPr id="17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314252" y="5132962"/>
            <a:ext cx="2594426" cy="397930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1800">
                <a:solidFill>
                  <a:srgbClr val="D8E2E7"/>
                </a:solidFill>
                <a:latin typeface="다키 L" pitchFamily="2" charset="-127"/>
                <a:ea typeface="다키 L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 dirty="0" smtClean="0"/>
              <a:t>00 </a:t>
            </a:r>
            <a:r>
              <a:rPr lang="ko-KR" altLang="en-US" dirty="0" smtClean="0"/>
              <a:t>팀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Font typeface="Arial" panose="020B0604020202020204" pitchFamily="34" charset="0"/>
              <a:buNone/>
            </a:pPr>
            <a:endParaRPr lang="ko-KR" altLang="en-US"/>
          </a:p>
        </p:txBody>
      </p:sp>
      <p:cxnSp>
        <p:nvCxnSpPr>
          <p:cNvPr id="19" name="직선 연결선 18"/>
          <p:cNvCxnSpPr/>
          <p:nvPr userDrawn="1"/>
        </p:nvCxnSpPr>
        <p:spPr>
          <a:xfrm>
            <a:off x="1314252" y="4933975"/>
            <a:ext cx="2592288" cy="0"/>
          </a:xfrm>
          <a:prstGeom prst="line">
            <a:avLst/>
          </a:prstGeom>
          <a:ln>
            <a:solidFill>
              <a:srgbClr val="D8E2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1314252" y="6588943"/>
            <a:ext cx="2592288" cy="0"/>
          </a:xfrm>
          <a:prstGeom prst="line">
            <a:avLst/>
          </a:prstGeom>
          <a:ln>
            <a:solidFill>
              <a:srgbClr val="D8E2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1314252" y="5570733"/>
            <a:ext cx="2592288" cy="39715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>
                <a:solidFill>
                  <a:srgbClr val="D8E2E7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dirty="0" smtClean="0"/>
              <a:t>홍길동</a:t>
            </a:r>
            <a:endParaRPr lang="en-US" altLang="ko-KR" dirty="0" smtClean="0"/>
          </a:p>
        </p:txBody>
      </p:sp>
      <p:sp>
        <p:nvSpPr>
          <p:cNvPr id="22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1314787" y="6008067"/>
            <a:ext cx="2593899" cy="398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rgbClr val="D8E2E7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en-US" altLang="ko-KR" dirty="0" smtClean="0"/>
              <a:t>2022.00.00</a:t>
            </a:r>
          </a:p>
        </p:txBody>
      </p:sp>
      <p:pic>
        <p:nvPicPr>
          <p:cNvPr id="23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049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텍스트 개체 틀 4"/>
          <p:cNvSpPr>
            <a:spLocks noGrp="1"/>
          </p:cNvSpPr>
          <p:nvPr>
            <p:ph type="body" sz="quarter" idx="13" hasCustomPrompt="1"/>
          </p:nvPr>
        </p:nvSpPr>
        <p:spPr>
          <a:xfrm>
            <a:off x="1206501" y="2984848"/>
            <a:ext cx="7993063" cy="14722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>
                <a:solidFill>
                  <a:schemeClr val="bg1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lvl="0"/>
            <a:r>
              <a:rPr lang="ko-KR" altLang="en-US" dirty="0" smtClean="0"/>
              <a:t>타이틀을 입력해주세요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51851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/>
          <p:cNvSpPr>
            <a:spLocks noGrp="1"/>
          </p:cNvSpPr>
          <p:nvPr>
            <p:ph type="title" hasCustomPrompt="1"/>
          </p:nvPr>
        </p:nvSpPr>
        <p:spPr>
          <a:xfrm>
            <a:off x="1242244" y="1949950"/>
            <a:ext cx="3276364" cy="2785819"/>
          </a:xfrm>
          <a:prstGeom prst="rect">
            <a:avLst/>
          </a:prstGeom>
        </p:spPr>
        <p:txBody>
          <a:bodyPr/>
          <a:lstStyle>
            <a:lvl1pPr algn="l">
              <a:defRPr sz="5400">
                <a:solidFill>
                  <a:srgbClr val="2482C8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en-US" altLang="ko-KR" dirty="0" smtClean="0"/>
              <a:t>Table </a:t>
            </a:r>
            <a:br>
              <a:rPr lang="en-US" altLang="ko-KR" dirty="0" smtClean="0"/>
            </a:br>
            <a:r>
              <a:rPr lang="en-US" altLang="ko-KR" dirty="0" smtClean="0"/>
              <a:t>of </a:t>
            </a:r>
            <a:br>
              <a:rPr lang="en-US" altLang="ko-KR" dirty="0" smtClean="0"/>
            </a:br>
            <a:r>
              <a:rPr lang="en-US" altLang="ko-KR" dirty="0" smtClean="0"/>
              <a:t>contents</a:t>
            </a:r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텍스트 개체 틀 19"/>
          <p:cNvSpPr>
            <a:spLocks noGrp="1"/>
          </p:cNvSpPr>
          <p:nvPr>
            <p:ph type="body" sz="quarter" idx="10" hasCustomPrompt="1"/>
          </p:nvPr>
        </p:nvSpPr>
        <p:spPr>
          <a:xfrm>
            <a:off x="5202685" y="1612738"/>
            <a:ext cx="792088" cy="582925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4000">
                <a:solidFill>
                  <a:srgbClr val="2482C8"/>
                </a:solidFill>
                <a:latin typeface="다키 M" pitchFamily="2" charset="-127"/>
                <a:ea typeface="다키 M" pitchFamily="2" charset="-127"/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3600" dirty="0" smtClean="0"/>
              <a:t>01</a:t>
            </a:r>
          </a:p>
          <a:p>
            <a:pPr>
              <a:lnSpc>
                <a:spcPct val="150000"/>
              </a:lnSpc>
            </a:pPr>
            <a:r>
              <a:rPr lang="en-US" altLang="ko-KR" sz="3600" dirty="0" smtClean="0"/>
              <a:t>02</a:t>
            </a:r>
          </a:p>
          <a:p>
            <a:pPr>
              <a:lnSpc>
                <a:spcPct val="150000"/>
              </a:lnSpc>
            </a:pPr>
            <a:r>
              <a:rPr lang="en-US" altLang="ko-KR" sz="3600" dirty="0" smtClean="0"/>
              <a:t>03</a:t>
            </a:r>
          </a:p>
          <a:p>
            <a:pPr>
              <a:lnSpc>
                <a:spcPct val="150000"/>
              </a:lnSpc>
            </a:pPr>
            <a:r>
              <a:rPr lang="en-US" altLang="ko-KR" sz="3600" dirty="0" smtClean="0"/>
              <a:t>04</a:t>
            </a:r>
            <a:endParaRPr lang="ko-KR" altLang="en-US" sz="4200" dirty="0"/>
          </a:p>
        </p:txBody>
      </p:sp>
      <p:sp>
        <p:nvSpPr>
          <p:cNvPr id="10" name="텍스트 개체 틀 25"/>
          <p:cNvSpPr>
            <a:spLocks noGrp="1"/>
          </p:cNvSpPr>
          <p:nvPr>
            <p:ph type="body" sz="quarter" idx="13" hasCustomPrompt="1"/>
          </p:nvPr>
        </p:nvSpPr>
        <p:spPr>
          <a:xfrm>
            <a:off x="5994773" y="2347925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11" name="텍스트 개체 틀 27"/>
          <p:cNvSpPr>
            <a:spLocks noGrp="1"/>
          </p:cNvSpPr>
          <p:nvPr>
            <p:ph type="body" sz="quarter" idx="14" hasCustomPrompt="1"/>
          </p:nvPr>
        </p:nvSpPr>
        <p:spPr>
          <a:xfrm>
            <a:off x="5994773" y="1949951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pic>
        <p:nvPicPr>
          <p:cNvPr id="12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049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텍스트 개체 틀 25"/>
          <p:cNvSpPr>
            <a:spLocks noGrp="1"/>
          </p:cNvSpPr>
          <p:nvPr>
            <p:ph type="body" sz="quarter" idx="15" hasCustomPrompt="1"/>
          </p:nvPr>
        </p:nvSpPr>
        <p:spPr>
          <a:xfrm>
            <a:off x="5994773" y="3382657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14" name="텍스트 개체 틀 27"/>
          <p:cNvSpPr>
            <a:spLocks noGrp="1"/>
          </p:cNvSpPr>
          <p:nvPr>
            <p:ph type="body" sz="quarter" idx="16" hasCustomPrompt="1"/>
          </p:nvPr>
        </p:nvSpPr>
        <p:spPr>
          <a:xfrm>
            <a:off x="5994773" y="2984683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15" name="텍스트 개체 틀 25"/>
          <p:cNvSpPr>
            <a:spLocks noGrp="1"/>
          </p:cNvSpPr>
          <p:nvPr>
            <p:ph type="body" sz="quarter" idx="17" hasCustomPrompt="1"/>
          </p:nvPr>
        </p:nvSpPr>
        <p:spPr>
          <a:xfrm>
            <a:off x="5994773" y="4417390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16" name="텍스트 개체 틀 27"/>
          <p:cNvSpPr>
            <a:spLocks noGrp="1"/>
          </p:cNvSpPr>
          <p:nvPr>
            <p:ph type="body" sz="quarter" idx="18" hasCustomPrompt="1"/>
          </p:nvPr>
        </p:nvSpPr>
        <p:spPr>
          <a:xfrm>
            <a:off x="5994773" y="4019416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17" name="텍스트 개체 틀 25"/>
          <p:cNvSpPr>
            <a:spLocks noGrp="1"/>
          </p:cNvSpPr>
          <p:nvPr>
            <p:ph type="body" sz="quarter" idx="19" hasCustomPrompt="1"/>
          </p:nvPr>
        </p:nvSpPr>
        <p:spPr>
          <a:xfrm>
            <a:off x="5994773" y="5452123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18" name="텍스트 개체 틀 27"/>
          <p:cNvSpPr>
            <a:spLocks noGrp="1"/>
          </p:cNvSpPr>
          <p:nvPr>
            <p:ph type="body" sz="quarter" idx="20" hasCustomPrompt="1"/>
          </p:nvPr>
        </p:nvSpPr>
        <p:spPr>
          <a:xfrm>
            <a:off x="5994773" y="5054149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3189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>
            <a:spLocks noGrp="1"/>
          </p:cNvSpPr>
          <p:nvPr>
            <p:ph type="title" hasCustomPrompt="1"/>
          </p:nvPr>
        </p:nvSpPr>
        <p:spPr>
          <a:xfrm>
            <a:off x="1206240" y="2188735"/>
            <a:ext cx="4991732" cy="1989871"/>
          </a:xfrm>
          <a:prstGeom prst="rect">
            <a:avLst/>
          </a:prstGeom>
        </p:spPr>
        <p:txBody>
          <a:bodyPr/>
          <a:lstStyle>
            <a:lvl1pPr algn="l">
              <a:defRPr sz="4800" baseline="0">
                <a:solidFill>
                  <a:srgbClr val="323C46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간지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타이틀 입력</a:t>
            </a:r>
            <a:endParaRPr lang="ko-KR" altLang="en-US" dirty="0"/>
          </a:p>
        </p:txBody>
      </p:sp>
      <p:sp>
        <p:nvSpPr>
          <p:cNvPr id="9" name="텍스트 개체 틀 9"/>
          <p:cNvSpPr>
            <a:spLocks noGrp="1"/>
          </p:cNvSpPr>
          <p:nvPr>
            <p:ph type="body" sz="quarter" idx="10" hasCustomPrompt="1"/>
          </p:nvPr>
        </p:nvSpPr>
        <p:spPr>
          <a:xfrm>
            <a:off x="1206240" y="4695739"/>
            <a:ext cx="4991100" cy="206886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9DA6AB"/>
                </a:solidFill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2000" dirty="0" smtClean="0">
                <a:latin typeface="다키 M" pitchFamily="2" charset="-127"/>
                <a:ea typeface="다키 M" pitchFamily="2" charset="-127"/>
              </a:rPr>
              <a:t>1) </a:t>
            </a:r>
            <a:r>
              <a:rPr lang="ko-KR" altLang="en-US" sz="2000" dirty="0" smtClean="0">
                <a:latin typeface="다키 M" pitchFamily="2" charset="-127"/>
                <a:ea typeface="다키 M" pitchFamily="2" charset="-127"/>
              </a:rPr>
              <a:t>소제목 입력</a:t>
            </a:r>
            <a:endParaRPr lang="en-US" altLang="ko-KR" sz="2000" dirty="0" smtClean="0">
              <a:latin typeface="다키 M" pitchFamily="2" charset="-127"/>
              <a:ea typeface="다키 M" pitchFamily="2" charset="-127"/>
            </a:endParaRPr>
          </a:p>
        </p:txBody>
      </p:sp>
      <p:sp>
        <p:nvSpPr>
          <p:cNvPr id="10" name="직사각형 9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Font typeface="Arial" panose="020B0604020202020204" pitchFamily="34" charset="0"/>
              <a:buNone/>
            </a:pPr>
            <a:endParaRPr lang="ko-KR" altLang="en-US"/>
          </a:p>
        </p:txBody>
      </p:sp>
      <p:sp>
        <p:nvSpPr>
          <p:cNvPr id="11" name="직사각형 10"/>
          <p:cNvSpPr/>
          <p:nvPr userDrawn="1"/>
        </p:nvSpPr>
        <p:spPr>
          <a:xfrm>
            <a:off x="6786860" y="1"/>
            <a:ext cx="3906540" cy="7561263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1736994" y="437650"/>
            <a:ext cx="1152525" cy="10335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>
                <a:solidFill>
                  <a:schemeClr val="bg1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lvl="0"/>
            <a:r>
              <a:rPr lang="en-US" altLang="ko-KR" dirty="0" smtClean="0"/>
              <a:t>01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351263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사용자 지정 레이아웃">
    <p:bg>
      <p:bgPr>
        <a:solidFill>
          <a:srgbClr val="2484C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>
            <a:spLocks noGrp="1"/>
          </p:cNvSpPr>
          <p:nvPr>
            <p:ph type="title" hasCustomPrompt="1"/>
          </p:nvPr>
        </p:nvSpPr>
        <p:spPr>
          <a:xfrm>
            <a:off x="1206240" y="2188735"/>
            <a:ext cx="4991732" cy="198987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6000">
                <a:solidFill>
                  <a:schemeClr val="bg1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간지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타이틀 입력</a:t>
            </a:r>
            <a:endParaRPr lang="ko-KR" altLang="en-US" dirty="0"/>
          </a:p>
        </p:txBody>
      </p:sp>
      <p:sp>
        <p:nvSpPr>
          <p:cNvPr id="11" name="직사각형 10"/>
          <p:cNvSpPr/>
          <p:nvPr userDrawn="1"/>
        </p:nvSpPr>
        <p:spPr>
          <a:xfrm>
            <a:off x="6786860" y="1"/>
            <a:ext cx="3906540" cy="75612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텍스트 개체 틀 9"/>
          <p:cNvSpPr>
            <a:spLocks noGrp="1"/>
          </p:cNvSpPr>
          <p:nvPr>
            <p:ph type="body" sz="quarter" idx="10" hasCustomPrompt="1"/>
          </p:nvPr>
        </p:nvSpPr>
        <p:spPr>
          <a:xfrm>
            <a:off x="1170236" y="4716000"/>
            <a:ext cx="4991100" cy="1872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1800">
                <a:solidFill>
                  <a:srgbClr val="D8E2E7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2000" dirty="0" smtClean="0">
                <a:latin typeface="다키 M" pitchFamily="2" charset="-127"/>
                <a:ea typeface="다키 M" pitchFamily="2" charset="-127"/>
              </a:rPr>
              <a:t>1) </a:t>
            </a:r>
            <a:r>
              <a:rPr lang="ko-KR" altLang="en-US" sz="2000" dirty="0" smtClean="0">
                <a:latin typeface="다키 M" pitchFamily="2" charset="-127"/>
                <a:ea typeface="다키 M" pitchFamily="2" charset="-127"/>
              </a:rPr>
              <a:t>소제목 입력</a:t>
            </a:r>
            <a:endParaRPr lang="en-US" altLang="ko-KR" sz="2000" dirty="0" smtClean="0">
              <a:latin typeface="다키 M" pitchFamily="2" charset="-127"/>
              <a:ea typeface="다키 M" pitchFamily="2" charset="-127"/>
            </a:endParaRPr>
          </a:p>
        </p:txBody>
      </p:sp>
      <p:sp>
        <p:nvSpPr>
          <p:cNvPr id="14" name="텍스트 개체 틀 11"/>
          <p:cNvSpPr>
            <a:spLocks noGrp="1"/>
          </p:cNvSpPr>
          <p:nvPr>
            <p:ph type="body" sz="quarter" idx="11" hasCustomPrompt="1"/>
          </p:nvPr>
        </p:nvSpPr>
        <p:spPr>
          <a:xfrm>
            <a:off x="1775889" y="366745"/>
            <a:ext cx="1074737" cy="84930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</a:lstStyle>
          <a:p>
            <a:pPr algn="ctr"/>
            <a:r>
              <a:rPr lang="en-US" altLang="ko-KR" sz="6000" dirty="0" smtClean="0">
                <a:solidFill>
                  <a:srgbClr val="2482C8"/>
                </a:solidFill>
                <a:latin typeface="다키 M Title" pitchFamily="2" charset="-127"/>
                <a:ea typeface="다키 M Title" pitchFamily="2" charset="-127"/>
              </a:rPr>
              <a:t>01</a:t>
            </a:r>
            <a:endParaRPr lang="ko-KR" altLang="en-US" sz="6000" dirty="0">
              <a:solidFill>
                <a:srgbClr val="2482C8"/>
              </a:solidFill>
              <a:latin typeface="다키 M Title" pitchFamily="2" charset="-127"/>
              <a:ea typeface="다키 M Title" pitchFamily="2" charset="-127"/>
            </a:endParaRPr>
          </a:p>
        </p:txBody>
      </p:sp>
      <p:cxnSp>
        <p:nvCxnSpPr>
          <p:cNvPr id="15" name="직선 연결선 14"/>
          <p:cNvCxnSpPr/>
          <p:nvPr userDrawn="1"/>
        </p:nvCxnSpPr>
        <p:spPr>
          <a:xfrm>
            <a:off x="1314252" y="4716734"/>
            <a:ext cx="3384376" cy="0"/>
          </a:xfrm>
          <a:prstGeom prst="line">
            <a:avLst/>
          </a:prstGeom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/>
          <p:cNvCxnSpPr/>
          <p:nvPr userDrawn="1"/>
        </p:nvCxnSpPr>
        <p:spPr>
          <a:xfrm>
            <a:off x="1314252" y="6588942"/>
            <a:ext cx="3384376" cy="0"/>
          </a:xfrm>
          <a:prstGeom prst="line">
            <a:avLst/>
          </a:prstGeom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6163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 txBox="1">
            <a:spLocks/>
          </p:cNvSpPr>
          <p:nvPr userDrawn="1"/>
        </p:nvSpPr>
        <p:spPr>
          <a:xfrm>
            <a:off x="4680165" y="7243007"/>
            <a:ext cx="1333071" cy="3098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rgbClr val="D8E2E7"/>
                </a:solidFill>
                <a:latin typeface="다키 M" pitchFamily="2" charset="-127"/>
                <a:ea typeface="다키 M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A1A8922-F2AB-460F-B06D-814BB823FF16}" type="slidenum">
              <a:rPr lang="ko-KR" altLang="en-US" smtClean="0">
                <a:solidFill>
                  <a:srgbClr val="9DA6AB"/>
                </a:solidFill>
              </a:rPr>
              <a:pPr/>
              <a:t>‹#›</a:t>
            </a:fld>
            <a:r>
              <a:rPr lang="en-US" altLang="ko-KR" dirty="0" smtClean="0">
                <a:solidFill>
                  <a:srgbClr val="9DA6AB"/>
                </a:solidFill>
              </a:rPr>
              <a:t>/x</a:t>
            </a:r>
            <a:endParaRPr lang="ko-KR" altLang="en-US" dirty="0">
              <a:solidFill>
                <a:srgbClr val="9DA6AB"/>
              </a:solidFill>
            </a:endParaRPr>
          </a:p>
        </p:txBody>
      </p:sp>
      <p:sp>
        <p:nvSpPr>
          <p:cNvPr id="7" name="내용 개체 틀 2"/>
          <p:cNvSpPr>
            <a:spLocks noGrp="1"/>
          </p:cNvSpPr>
          <p:nvPr>
            <p:ph idx="13"/>
          </p:nvPr>
        </p:nvSpPr>
        <p:spPr>
          <a:xfrm>
            <a:off x="306388" y="1764296"/>
            <a:ext cx="10080872" cy="52001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rgbClr val="323C46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pPr lvl="0"/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0" y="250567"/>
            <a:ext cx="180000" cy="955138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/>
          <p:cNvSpPr/>
          <p:nvPr userDrawn="1"/>
        </p:nvSpPr>
        <p:spPr>
          <a:xfrm>
            <a:off x="10627226" y="250567"/>
            <a:ext cx="66175" cy="397974"/>
          </a:xfrm>
          <a:prstGeom prst="rect">
            <a:avLst/>
          </a:prstGeom>
          <a:solidFill>
            <a:srgbClr val="9DA6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텍스트 개체 틀 15"/>
          <p:cNvSpPr>
            <a:spLocks noGrp="1"/>
          </p:cNvSpPr>
          <p:nvPr>
            <p:ph type="body" sz="quarter" idx="10" hasCustomPrompt="1"/>
          </p:nvPr>
        </p:nvSpPr>
        <p:spPr>
          <a:xfrm>
            <a:off x="8343899" y="250567"/>
            <a:ext cx="226853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rgbClr val="9DA6AB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pPr algn="r"/>
            <a:r>
              <a:rPr lang="en-US" altLang="ko-KR" sz="1600" dirty="0" smtClean="0">
                <a:solidFill>
                  <a:srgbClr val="9DA6AB"/>
                </a:solidFill>
              </a:rPr>
              <a:t>Large</a:t>
            </a:r>
            <a:r>
              <a:rPr lang="en-US" altLang="ko-KR" sz="1600" baseline="0" dirty="0" smtClean="0">
                <a:solidFill>
                  <a:srgbClr val="9DA6AB"/>
                </a:solidFill>
              </a:rPr>
              <a:t> title </a:t>
            </a:r>
            <a:r>
              <a:rPr lang="ko-KR" altLang="en-US" sz="1600" dirty="0" smtClean="0">
                <a:solidFill>
                  <a:srgbClr val="9DA6AB"/>
                </a:solidFill>
              </a:rPr>
              <a:t>입력</a:t>
            </a:r>
            <a:endParaRPr lang="ko-KR" altLang="en-US" sz="1600" dirty="0">
              <a:solidFill>
                <a:srgbClr val="9DA6AB"/>
              </a:solidFill>
            </a:endParaRPr>
          </a:p>
        </p:txBody>
      </p:sp>
      <p:sp>
        <p:nvSpPr>
          <p:cNvPr id="11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234132" y="238662"/>
            <a:ext cx="7956884" cy="63697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rgbClr val="2482C8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dirty="0" smtClean="0"/>
              <a:t>타이틀을 입력하세요</a:t>
            </a:r>
            <a:endParaRPr lang="ko-KR" altLang="en-US" dirty="0"/>
          </a:p>
        </p:txBody>
      </p:sp>
      <p:sp>
        <p:nvSpPr>
          <p:cNvPr id="12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234132" y="835733"/>
            <a:ext cx="7956884" cy="640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en-US" altLang="ko-KR" sz="1600" dirty="0" smtClean="0">
                <a:solidFill>
                  <a:srgbClr val="50646E"/>
                </a:solidFill>
              </a:rPr>
              <a:t>summary</a:t>
            </a:r>
            <a:r>
              <a:rPr lang="ko-KR" altLang="en-US" sz="1600" dirty="0" smtClean="0">
                <a:solidFill>
                  <a:srgbClr val="50646E"/>
                </a:solidFill>
              </a:rPr>
              <a:t>를 입력하세요</a:t>
            </a:r>
            <a:r>
              <a:rPr lang="en-US" altLang="ko-KR" sz="1600" dirty="0" smtClean="0">
                <a:solidFill>
                  <a:srgbClr val="50646E"/>
                </a:solidFill>
              </a:rPr>
              <a:t>.</a:t>
            </a:r>
          </a:p>
          <a:p>
            <a:r>
              <a:rPr lang="ko-KR" altLang="en-US" sz="1600" dirty="0" smtClean="0">
                <a:solidFill>
                  <a:srgbClr val="50646E"/>
                </a:solidFill>
              </a:rPr>
              <a:t>최대 </a:t>
            </a:r>
            <a:r>
              <a:rPr lang="ko-KR" altLang="en-US" sz="1600" dirty="0" err="1" smtClean="0">
                <a:solidFill>
                  <a:srgbClr val="50646E"/>
                </a:solidFill>
              </a:rPr>
              <a:t>두줄까지</a:t>
            </a:r>
            <a:r>
              <a:rPr lang="ko-KR" altLang="en-US" sz="1600" dirty="0" smtClean="0">
                <a:solidFill>
                  <a:srgbClr val="50646E"/>
                </a:solidFill>
              </a:rPr>
              <a:t> 입력이 가능합니다</a:t>
            </a:r>
            <a:r>
              <a:rPr lang="en-US" altLang="ko-KR" sz="1600" dirty="0" smtClean="0">
                <a:solidFill>
                  <a:srgbClr val="50646E"/>
                </a:solidFill>
              </a:rPr>
              <a:t>.</a:t>
            </a:r>
            <a:endParaRPr lang="ko-KR" altLang="en-US" sz="1600" dirty="0">
              <a:solidFill>
                <a:srgbClr val="50646E"/>
              </a:solidFill>
            </a:endParaRPr>
          </a:p>
        </p:txBody>
      </p:sp>
      <p:pic>
        <p:nvPicPr>
          <p:cNvPr id="13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75200" y="7315201"/>
            <a:ext cx="911543" cy="115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816614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화면">
    <p:bg>
      <p:bgPr>
        <a:solidFill>
          <a:srgbClr val="2484C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1242244" y="2268330"/>
            <a:ext cx="7812868" cy="2029668"/>
          </a:xfrm>
          <a:prstGeom prst="rect">
            <a:avLst/>
          </a:prstGeom>
        </p:spPr>
        <p:txBody>
          <a:bodyPr/>
          <a:lstStyle>
            <a:lvl1pPr>
              <a:defRPr sz="10000" baseline="0">
                <a:solidFill>
                  <a:schemeClr val="bg1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en-US" altLang="ko-KR" dirty="0" smtClean="0"/>
              <a:t>THANK YOU</a:t>
            </a:r>
            <a:endParaRPr lang="ko-KR" altLang="en-US" dirty="0"/>
          </a:p>
        </p:txBody>
      </p:sp>
      <p:sp>
        <p:nvSpPr>
          <p:cNvPr id="6" name="직사각형 5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811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242244" y="5065766"/>
            <a:ext cx="2594426" cy="39793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>
                <a:solidFill>
                  <a:schemeClr val="bg1"/>
                </a:solidFill>
                <a:latin typeface="다키 L" pitchFamily="2" charset="-127"/>
                <a:ea typeface="다키 L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 dirty="0" smtClean="0"/>
              <a:t>00 </a:t>
            </a:r>
            <a:r>
              <a:rPr lang="ko-KR" altLang="en-US" dirty="0" smtClean="0"/>
              <a:t>팀</a:t>
            </a:r>
            <a:endParaRPr lang="ko-KR" altLang="en-US" dirty="0"/>
          </a:p>
        </p:txBody>
      </p:sp>
      <p:sp>
        <p:nvSpPr>
          <p:cNvPr id="9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1242244" y="5503537"/>
            <a:ext cx="2592288" cy="39715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>
                <a:solidFill>
                  <a:schemeClr val="bg1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dirty="0" smtClean="0"/>
              <a:t>담당자 </a:t>
            </a:r>
            <a:r>
              <a:rPr lang="en-US" altLang="ko-KR" dirty="0" smtClean="0"/>
              <a:t>: </a:t>
            </a:r>
            <a:r>
              <a:rPr lang="ko-KR" altLang="en-US" dirty="0" smtClean="0"/>
              <a:t>홍길동</a:t>
            </a:r>
            <a:endParaRPr lang="en-US" altLang="ko-KR" dirty="0" smtClean="0"/>
          </a:p>
        </p:txBody>
      </p:sp>
      <p:sp>
        <p:nvSpPr>
          <p:cNvPr id="10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1242779" y="5940871"/>
            <a:ext cx="2593899" cy="398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dirty="0" smtClean="0"/>
              <a:t>연락처 </a:t>
            </a:r>
            <a:r>
              <a:rPr lang="en-US" altLang="ko-KR" dirty="0" smtClean="0"/>
              <a:t>: 070 0000 0000</a:t>
            </a:r>
          </a:p>
        </p:txBody>
      </p:sp>
    </p:spTree>
    <p:extLst>
      <p:ext uri="{BB962C8B-B14F-4D97-AF65-F5344CB8AC3E}">
        <p14:creationId xmlns:p14="http://schemas.microsoft.com/office/powerpoint/2010/main" val="3685864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564" y="504084"/>
            <a:ext cx="3448900" cy="1764295"/>
          </a:xfrm>
        </p:spPr>
        <p:txBody>
          <a:bodyPr anchor="b"/>
          <a:lstStyle>
            <a:lvl1pPr>
              <a:defRPr sz="352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6088" y="1088683"/>
            <a:ext cx="5413534" cy="5373398"/>
          </a:xfrm>
        </p:spPr>
        <p:txBody>
          <a:bodyPr/>
          <a:lstStyle>
            <a:lvl1pPr>
              <a:defRPr sz="3528"/>
            </a:lvl1pPr>
            <a:lvl2pPr>
              <a:defRPr sz="3087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564" y="2268379"/>
            <a:ext cx="3448900" cy="4202453"/>
          </a:xfrm>
        </p:spPr>
        <p:txBody>
          <a:bodyPr/>
          <a:lstStyle>
            <a:lvl1pPr marL="0" indent="0">
              <a:buNone/>
              <a:defRPr sz="1764"/>
            </a:lvl1pPr>
            <a:lvl2pPr marL="504063" indent="0">
              <a:buNone/>
              <a:defRPr sz="1544"/>
            </a:lvl2pPr>
            <a:lvl3pPr marL="1008126" indent="0">
              <a:buNone/>
              <a:defRPr sz="1323"/>
            </a:lvl3pPr>
            <a:lvl4pPr marL="1512189" indent="0">
              <a:buNone/>
              <a:defRPr sz="1103"/>
            </a:lvl4pPr>
            <a:lvl5pPr marL="2016252" indent="0">
              <a:buNone/>
              <a:defRPr sz="1103"/>
            </a:lvl5pPr>
            <a:lvl6pPr marL="2520315" indent="0">
              <a:buNone/>
              <a:defRPr sz="1103"/>
            </a:lvl6pPr>
            <a:lvl7pPr marL="3024378" indent="0">
              <a:buNone/>
              <a:defRPr sz="1103"/>
            </a:lvl7pPr>
            <a:lvl8pPr marL="3528441" indent="0">
              <a:buNone/>
              <a:defRPr sz="1103"/>
            </a:lvl8pPr>
            <a:lvl9pPr marL="4032504" indent="0">
              <a:buNone/>
              <a:defRPr sz="1103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6BF97-55BE-41D7-A5BB-0D02BD7B0503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26812A-A0EF-4881-B62C-6E922A4382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26703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hasCustomPrompt="1"/>
          </p:nvPr>
        </p:nvSpPr>
        <p:spPr>
          <a:xfrm>
            <a:off x="1206241" y="2109140"/>
            <a:ext cx="7992889" cy="874575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5000">
                <a:solidFill>
                  <a:srgbClr val="2482C8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ko-KR" altLang="en-US" dirty="0" smtClean="0"/>
              <a:t>표지 부제목 입력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314252" y="5131746"/>
            <a:ext cx="2594426" cy="397930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1800">
                <a:solidFill>
                  <a:srgbClr val="9DA6AB"/>
                </a:solidFill>
                <a:latin typeface="다키 B" pitchFamily="2" charset="-127"/>
                <a:ea typeface="다키 B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 dirty="0" smtClean="0"/>
              <a:t>00 </a:t>
            </a:r>
            <a:r>
              <a:rPr lang="ko-KR" altLang="en-US" dirty="0" smtClean="0"/>
              <a:t>팀</a:t>
            </a:r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Font typeface="Arial" panose="020B0604020202020204" pitchFamily="34" charset="0"/>
              <a:buNone/>
            </a:pPr>
            <a:endParaRPr lang="ko-KR" altLang="en-US"/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1314252" y="4932759"/>
            <a:ext cx="2592288" cy="0"/>
          </a:xfrm>
          <a:prstGeom prst="line">
            <a:avLst/>
          </a:prstGeom>
          <a:ln>
            <a:solidFill>
              <a:srgbClr val="9DA6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/>
          <p:cNvCxnSpPr/>
          <p:nvPr userDrawn="1"/>
        </p:nvCxnSpPr>
        <p:spPr>
          <a:xfrm>
            <a:off x="1314252" y="6587727"/>
            <a:ext cx="2592288" cy="0"/>
          </a:xfrm>
          <a:prstGeom prst="line">
            <a:avLst/>
          </a:prstGeom>
          <a:ln>
            <a:solidFill>
              <a:srgbClr val="9DA6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811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텍스트 개체 틀 15"/>
          <p:cNvSpPr>
            <a:spLocks noGrp="1"/>
          </p:cNvSpPr>
          <p:nvPr>
            <p:ph type="body" sz="quarter" idx="10" hasCustomPrompt="1"/>
          </p:nvPr>
        </p:nvSpPr>
        <p:spPr>
          <a:xfrm>
            <a:off x="1206501" y="3064278"/>
            <a:ext cx="7993063" cy="1152878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323C46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algn="l"/>
            <a:r>
              <a:rPr lang="ko-KR" altLang="en-US" sz="6000" dirty="0" smtClean="0">
                <a:solidFill>
                  <a:srgbClr val="323C46"/>
                </a:solidFill>
              </a:rPr>
              <a:t>타이틀을 입력해주세요</a:t>
            </a:r>
            <a:endParaRPr lang="ko-KR" altLang="en-US" sz="6000" dirty="0">
              <a:solidFill>
                <a:srgbClr val="323C46"/>
              </a:solidFill>
            </a:endParaRPr>
          </a:p>
        </p:txBody>
      </p:sp>
      <p:sp>
        <p:nvSpPr>
          <p:cNvPr id="18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1314252" y="5569517"/>
            <a:ext cx="2592288" cy="39715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>
                <a:solidFill>
                  <a:srgbClr val="9DA6AB"/>
                </a:solidFill>
              </a:defRPr>
            </a:lvl1pPr>
          </a:lstStyle>
          <a:p>
            <a:r>
              <a:rPr lang="ko-KR" altLang="en-US" dirty="0" smtClean="0"/>
              <a:t>홍길동</a:t>
            </a:r>
            <a:endParaRPr lang="en-US" altLang="ko-KR" dirty="0" smtClean="0"/>
          </a:p>
        </p:txBody>
      </p:sp>
      <p:sp>
        <p:nvSpPr>
          <p:cNvPr id="20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1314787" y="6006851"/>
            <a:ext cx="2593899" cy="398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rgbClr val="9DA6AB"/>
                </a:solidFill>
              </a:defRPr>
            </a:lvl1pPr>
          </a:lstStyle>
          <a:p>
            <a:r>
              <a:rPr lang="en-US" altLang="ko-KR" dirty="0" smtClean="0"/>
              <a:t>2022.00.00</a:t>
            </a:r>
          </a:p>
        </p:txBody>
      </p:sp>
    </p:spTree>
    <p:extLst>
      <p:ext uri="{BB962C8B-B14F-4D97-AF65-F5344CB8AC3E}">
        <p14:creationId xmlns:p14="http://schemas.microsoft.com/office/powerpoint/2010/main" val="561487131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bg>
      <p:bgPr>
        <a:solidFill>
          <a:srgbClr val="2482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hasCustomPrompt="1"/>
          </p:nvPr>
        </p:nvSpPr>
        <p:spPr>
          <a:xfrm>
            <a:off x="1206241" y="2109140"/>
            <a:ext cx="7992889" cy="874575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5000">
                <a:solidFill>
                  <a:srgbClr val="323C46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ko-KR" altLang="en-US" dirty="0" smtClean="0"/>
              <a:t>표지 부제목 입력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314252" y="5132962"/>
            <a:ext cx="2594426" cy="397930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1800">
                <a:solidFill>
                  <a:srgbClr val="D8E2E7"/>
                </a:solidFill>
                <a:latin typeface="다키 B" pitchFamily="2" charset="-127"/>
                <a:ea typeface="다키 B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 dirty="0" smtClean="0"/>
              <a:t>00 </a:t>
            </a:r>
            <a:r>
              <a:rPr lang="ko-KR" altLang="en-US" dirty="0" smtClean="0"/>
              <a:t>팀</a:t>
            </a:r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Font typeface="Arial" panose="020B0604020202020204" pitchFamily="34" charset="0"/>
              <a:buNone/>
            </a:pPr>
            <a:endParaRPr lang="ko-KR" altLang="en-US"/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1314252" y="4933975"/>
            <a:ext cx="2592288" cy="0"/>
          </a:xfrm>
          <a:prstGeom prst="line">
            <a:avLst/>
          </a:prstGeom>
          <a:ln>
            <a:solidFill>
              <a:srgbClr val="D8E2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/>
          <p:cNvCxnSpPr/>
          <p:nvPr userDrawn="1"/>
        </p:nvCxnSpPr>
        <p:spPr>
          <a:xfrm>
            <a:off x="1314252" y="6588943"/>
            <a:ext cx="2592288" cy="0"/>
          </a:xfrm>
          <a:prstGeom prst="line">
            <a:avLst/>
          </a:prstGeom>
          <a:ln>
            <a:solidFill>
              <a:srgbClr val="D8E2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1314252" y="5570733"/>
            <a:ext cx="2592288" cy="39715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>
                <a:solidFill>
                  <a:srgbClr val="D8E2E7"/>
                </a:solidFill>
              </a:defRPr>
            </a:lvl1pPr>
          </a:lstStyle>
          <a:p>
            <a:r>
              <a:rPr lang="ko-KR" altLang="en-US" dirty="0" smtClean="0"/>
              <a:t>홍길동</a:t>
            </a:r>
            <a:endParaRPr lang="en-US" altLang="ko-KR" dirty="0" smtClean="0"/>
          </a:p>
        </p:txBody>
      </p:sp>
      <p:sp>
        <p:nvSpPr>
          <p:cNvPr id="20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1314787" y="6008067"/>
            <a:ext cx="2593899" cy="398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rgbClr val="D8E2E7"/>
                </a:solidFill>
              </a:defRPr>
            </a:lvl1pPr>
          </a:lstStyle>
          <a:p>
            <a:r>
              <a:rPr lang="en-US" altLang="ko-KR" dirty="0" smtClean="0"/>
              <a:t>2022.00.00</a:t>
            </a:r>
          </a:p>
        </p:txBody>
      </p:sp>
      <p:pic>
        <p:nvPicPr>
          <p:cNvPr id="6146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811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텍스트 개체 틀 4"/>
          <p:cNvSpPr>
            <a:spLocks noGrp="1"/>
          </p:cNvSpPr>
          <p:nvPr>
            <p:ph type="body" sz="quarter" idx="13" hasCustomPrompt="1"/>
          </p:nvPr>
        </p:nvSpPr>
        <p:spPr>
          <a:xfrm>
            <a:off x="1206501" y="2984848"/>
            <a:ext cx="7993063" cy="14722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>
                <a:solidFill>
                  <a:schemeClr val="bg1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lvl="0"/>
            <a:r>
              <a:rPr lang="ko-KR" altLang="en-US" smtClean="0"/>
              <a:t>타이틀을 입력해주세요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2393961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242244" y="1949950"/>
            <a:ext cx="3276364" cy="2785819"/>
          </a:xfrm>
          <a:prstGeom prst="rect">
            <a:avLst/>
          </a:prstGeom>
        </p:spPr>
        <p:txBody>
          <a:bodyPr/>
          <a:lstStyle>
            <a:lvl1pPr algn="l">
              <a:defRPr sz="5400">
                <a:solidFill>
                  <a:srgbClr val="2482C8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en-US" altLang="ko-KR" dirty="0" smtClean="0"/>
              <a:t>Table </a:t>
            </a:r>
            <a:br>
              <a:rPr lang="en-US" altLang="ko-KR" dirty="0" smtClean="0"/>
            </a:br>
            <a:r>
              <a:rPr lang="en-US" altLang="ko-KR" dirty="0" smtClean="0"/>
              <a:t>of </a:t>
            </a:r>
            <a:br>
              <a:rPr lang="en-US" altLang="ko-KR" dirty="0" smtClean="0"/>
            </a:br>
            <a:r>
              <a:rPr lang="en-US" altLang="ko-KR" dirty="0" smtClean="0"/>
              <a:t>contents</a:t>
            </a:r>
            <a:endParaRPr lang="ko-KR" altLang="en-US" dirty="0"/>
          </a:p>
        </p:txBody>
      </p:sp>
      <p:sp>
        <p:nvSpPr>
          <p:cNvPr id="3" name="직사각형 2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텍스트 개체 틀 19"/>
          <p:cNvSpPr>
            <a:spLocks noGrp="1"/>
          </p:cNvSpPr>
          <p:nvPr>
            <p:ph type="body" sz="quarter" idx="10" hasCustomPrompt="1"/>
          </p:nvPr>
        </p:nvSpPr>
        <p:spPr>
          <a:xfrm>
            <a:off x="5202685" y="1612738"/>
            <a:ext cx="792088" cy="582925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4000">
                <a:solidFill>
                  <a:srgbClr val="2482C8"/>
                </a:solidFill>
                <a:latin typeface="다키 M" pitchFamily="2" charset="-127"/>
                <a:ea typeface="다키 M" pitchFamily="2" charset="-127"/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3600" dirty="0" smtClean="0"/>
              <a:t>01</a:t>
            </a:r>
          </a:p>
          <a:p>
            <a:pPr>
              <a:lnSpc>
                <a:spcPct val="150000"/>
              </a:lnSpc>
            </a:pPr>
            <a:r>
              <a:rPr lang="en-US" altLang="ko-KR" sz="3600" dirty="0" smtClean="0"/>
              <a:t>02</a:t>
            </a:r>
          </a:p>
          <a:p>
            <a:pPr>
              <a:lnSpc>
                <a:spcPct val="150000"/>
              </a:lnSpc>
            </a:pPr>
            <a:r>
              <a:rPr lang="en-US" altLang="ko-KR" sz="3600" dirty="0" smtClean="0"/>
              <a:t>03</a:t>
            </a:r>
          </a:p>
          <a:p>
            <a:pPr>
              <a:lnSpc>
                <a:spcPct val="150000"/>
              </a:lnSpc>
            </a:pPr>
            <a:r>
              <a:rPr lang="en-US" altLang="ko-KR" sz="3600" dirty="0" smtClean="0"/>
              <a:t>04</a:t>
            </a:r>
            <a:endParaRPr lang="ko-KR" altLang="en-US" sz="4200" dirty="0"/>
          </a:p>
        </p:txBody>
      </p:sp>
      <p:sp>
        <p:nvSpPr>
          <p:cNvPr id="26" name="텍스트 개체 틀 25"/>
          <p:cNvSpPr>
            <a:spLocks noGrp="1"/>
          </p:cNvSpPr>
          <p:nvPr>
            <p:ph type="body" sz="quarter" idx="13" hasCustomPrompt="1"/>
          </p:nvPr>
        </p:nvSpPr>
        <p:spPr>
          <a:xfrm>
            <a:off x="5994773" y="2347925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28" name="텍스트 개체 틀 27"/>
          <p:cNvSpPr>
            <a:spLocks noGrp="1"/>
          </p:cNvSpPr>
          <p:nvPr>
            <p:ph type="body" sz="quarter" idx="14" hasCustomPrompt="1"/>
          </p:nvPr>
        </p:nvSpPr>
        <p:spPr>
          <a:xfrm>
            <a:off x="5994773" y="1949951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M" pitchFamily="2" charset="-127"/>
                <a:ea typeface="다키 M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pic>
        <p:nvPicPr>
          <p:cNvPr id="36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811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텍스트 개체 틀 25"/>
          <p:cNvSpPr>
            <a:spLocks noGrp="1"/>
          </p:cNvSpPr>
          <p:nvPr>
            <p:ph type="body" sz="quarter" idx="15" hasCustomPrompt="1"/>
          </p:nvPr>
        </p:nvSpPr>
        <p:spPr>
          <a:xfrm>
            <a:off x="5994773" y="3382657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22" name="텍스트 개체 틀 27"/>
          <p:cNvSpPr>
            <a:spLocks noGrp="1"/>
          </p:cNvSpPr>
          <p:nvPr>
            <p:ph type="body" sz="quarter" idx="16" hasCustomPrompt="1"/>
          </p:nvPr>
        </p:nvSpPr>
        <p:spPr>
          <a:xfrm>
            <a:off x="5994773" y="2984683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M" pitchFamily="2" charset="-127"/>
                <a:ea typeface="다키 M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23" name="텍스트 개체 틀 25"/>
          <p:cNvSpPr>
            <a:spLocks noGrp="1"/>
          </p:cNvSpPr>
          <p:nvPr>
            <p:ph type="body" sz="quarter" idx="17" hasCustomPrompt="1"/>
          </p:nvPr>
        </p:nvSpPr>
        <p:spPr>
          <a:xfrm>
            <a:off x="5994773" y="4417390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24" name="텍스트 개체 틀 27"/>
          <p:cNvSpPr>
            <a:spLocks noGrp="1"/>
          </p:cNvSpPr>
          <p:nvPr>
            <p:ph type="body" sz="quarter" idx="18" hasCustomPrompt="1"/>
          </p:nvPr>
        </p:nvSpPr>
        <p:spPr>
          <a:xfrm>
            <a:off x="5994773" y="4019416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M" pitchFamily="2" charset="-127"/>
                <a:ea typeface="다키 M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25" name="텍스트 개체 틀 25"/>
          <p:cNvSpPr>
            <a:spLocks noGrp="1"/>
          </p:cNvSpPr>
          <p:nvPr>
            <p:ph type="body" sz="quarter" idx="19" hasCustomPrompt="1"/>
          </p:nvPr>
        </p:nvSpPr>
        <p:spPr>
          <a:xfrm>
            <a:off x="5994773" y="5452123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27" name="텍스트 개체 틀 27"/>
          <p:cNvSpPr>
            <a:spLocks noGrp="1"/>
          </p:cNvSpPr>
          <p:nvPr>
            <p:ph type="body" sz="quarter" idx="20" hasCustomPrompt="1"/>
          </p:nvPr>
        </p:nvSpPr>
        <p:spPr>
          <a:xfrm>
            <a:off x="5994773" y="5054149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M" pitchFamily="2" charset="-127"/>
                <a:ea typeface="다키 M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833725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206240" y="2188735"/>
            <a:ext cx="4991732" cy="1989871"/>
          </a:xfrm>
          <a:prstGeom prst="rect">
            <a:avLst/>
          </a:prstGeom>
        </p:spPr>
        <p:txBody>
          <a:bodyPr/>
          <a:lstStyle>
            <a:lvl1pPr algn="l">
              <a:defRPr sz="4800" baseline="0">
                <a:solidFill>
                  <a:srgbClr val="323C46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간지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타이틀 입력</a:t>
            </a:r>
            <a:endParaRPr lang="ko-KR" altLang="en-US" dirty="0"/>
          </a:p>
        </p:txBody>
      </p:sp>
      <p:sp>
        <p:nvSpPr>
          <p:cNvPr id="10" name="텍스트 개체 틀 9"/>
          <p:cNvSpPr>
            <a:spLocks noGrp="1"/>
          </p:cNvSpPr>
          <p:nvPr>
            <p:ph type="body" sz="quarter" idx="10" hasCustomPrompt="1"/>
          </p:nvPr>
        </p:nvSpPr>
        <p:spPr>
          <a:xfrm>
            <a:off x="1206240" y="4695739"/>
            <a:ext cx="4991100" cy="206886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9DA6AB"/>
                </a:solidFill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2000" dirty="0" smtClean="0">
                <a:latin typeface="다키 M" pitchFamily="2" charset="-127"/>
                <a:ea typeface="다키 M" pitchFamily="2" charset="-127"/>
              </a:rPr>
              <a:t>1) </a:t>
            </a:r>
            <a:r>
              <a:rPr lang="ko-KR" altLang="en-US" sz="2000" dirty="0" smtClean="0">
                <a:latin typeface="다키 M" pitchFamily="2" charset="-127"/>
                <a:ea typeface="다키 M" pitchFamily="2" charset="-127"/>
              </a:rPr>
              <a:t>소제목 입력</a:t>
            </a:r>
            <a:endParaRPr lang="en-US" altLang="ko-KR" sz="2000" dirty="0" smtClean="0">
              <a:latin typeface="다키 M" pitchFamily="2" charset="-127"/>
              <a:ea typeface="다키 M" pitchFamily="2" charset="-127"/>
            </a:endParaRPr>
          </a:p>
        </p:txBody>
      </p:sp>
      <p:sp>
        <p:nvSpPr>
          <p:cNvPr id="7" name="직사각형 6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Font typeface="Arial" panose="020B0604020202020204" pitchFamily="34" charset="0"/>
              <a:buNone/>
            </a:pPr>
            <a:endParaRPr lang="ko-KR" altLang="en-US"/>
          </a:p>
        </p:txBody>
      </p:sp>
      <p:sp>
        <p:nvSpPr>
          <p:cNvPr id="9" name="직사각형 8"/>
          <p:cNvSpPr/>
          <p:nvPr userDrawn="1"/>
        </p:nvSpPr>
        <p:spPr>
          <a:xfrm>
            <a:off x="6786860" y="1"/>
            <a:ext cx="3906540" cy="7561263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1736994" y="437650"/>
            <a:ext cx="1152525" cy="10335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>
                <a:solidFill>
                  <a:schemeClr val="bg1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lvl="0"/>
            <a:r>
              <a:rPr lang="en-US" altLang="ko-KR" dirty="0" smtClean="0"/>
              <a:t>01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99985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사용자 지정 레이아웃">
    <p:bg>
      <p:bgPr>
        <a:solidFill>
          <a:srgbClr val="2482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206240" y="2188735"/>
            <a:ext cx="4991732" cy="198987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6000">
                <a:solidFill>
                  <a:schemeClr val="bg1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간지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타이틀 입력</a:t>
            </a:r>
            <a:endParaRPr lang="ko-KR" altLang="en-US" dirty="0"/>
          </a:p>
        </p:txBody>
      </p:sp>
      <p:sp>
        <p:nvSpPr>
          <p:cNvPr id="3" name="직사각형 2"/>
          <p:cNvSpPr/>
          <p:nvPr userDrawn="1"/>
        </p:nvSpPr>
        <p:spPr>
          <a:xfrm>
            <a:off x="6786860" y="1"/>
            <a:ext cx="3906540" cy="75612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텍스트 개체 틀 9"/>
          <p:cNvSpPr>
            <a:spLocks noGrp="1"/>
          </p:cNvSpPr>
          <p:nvPr>
            <p:ph type="body" sz="quarter" idx="10" hasCustomPrompt="1"/>
          </p:nvPr>
        </p:nvSpPr>
        <p:spPr>
          <a:xfrm>
            <a:off x="1170236" y="5004768"/>
            <a:ext cx="4991100" cy="18002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rgbClr val="D8E2E7"/>
                </a:solidFill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2000" dirty="0" smtClean="0">
                <a:latin typeface="다키 M" pitchFamily="2" charset="-127"/>
                <a:ea typeface="다키 M" pitchFamily="2" charset="-127"/>
              </a:rPr>
              <a:t>1) </a:t>
            </a:r>
            <a:r>
              <a:rPr lang="ko-KR" altLang="en-US" sz="2000" dirty="0" smtClean="0">
                <a:latin typeface="다키 M" pitchFamily="2" charset="-127"/>
                <a:ea typeface="다키 M" pitchFamily="2" charset="-127"/>
              </a:rPr>
              <a:t>소제목 입력</a:t>
            </a:r>
            <a:endParaRPr lang="en-US" altLang="ko-KR" sz="2000" dirty="0" smtClean="0">
              <a:latin typeface="다키 M" pitchFamily="2" charset="-127"/>
              <a:ea typeface="다키 M" pitchFamily="2" charset="-127"/>
            </a:endParaRPr>
          </a:p>
        </p:txBody>
      </p:sp>
      <p:sp>
        <p:nvSpPr>
          <p:cNvPr id="12" name="텍스트 개체 틀 11"/>
          <p:cNvSpPr>
            <a:spLocks noGrp="1"/>
          </p:cNvSpPr>
          <p:nvPr>
            <p:ph type="body" sz="quarter" idx="11" hasCustomPrompt="1"/>
          </p:nvPr>
        </p:nvSpPr>
        <p:spPr>
          <a:xfrm>
            <a:off x="1775889" y="366745"/>
            <a:ext cx="1074737" cy="84930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</a:lstStyle>
          <a:p>
            <a:pPr algn="ctr"/>
            <a:r>
              <a:rPr lang="en-US" altLang="ko-KR" sz="6000" dirty="0" smtClean="0">
                <a:solidFill>
                  <a:srgbClr val="2482C8"/>
                </a:solidFill>
                <a:latin typeface="다키 M Title" pitchFamily="2" charset="-127"/>
                <a:ea typeface="다키 M Title" pitchFamily="2" charset="-127"/>
              </a:rPr>
              <a:t>01</a:t>
            </a:r>
            <a:endParaRPr lang="ko-KR" altLang="en-US" sz="6000" dirty="0">
              <a:solidFill>
                <a:srgbClr val="2482C8"/>
              </a:solidFill>
              <a:latin typeface="다키 M Title" pitchFamily="2" charset="-127"/>
              <a:ea typeface="다키 M Title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268380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슬라이드 번호 개체 틀 5"/>
          <p:cNvSpPr txBox="1">
            <a:spLocks/>
          </p:cNvSpPr>
          <p:nvPr userDrawn="1"/>
        </p:nvSpPr>
        <p:spPr>
          <a:xfrm>
            <a:off x="4680165" y="7243007"/>
            <a:ext cx="1333071" cy="3098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rgbClr val="D8E2E7"/>
                </a:solidFill>
                <a:latin typeface="다키 M" pitchFamily="2" charset="-127"/>
                <a:ea typeface="다키 M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A1A8922-F2AB-460F-B06D-814BB823FF16}" type="slidenum">
              <a:rPr lang="ko-KR" altLang="en-US" smtClean="0">
                <a:solidFill>
                  <a:srgbClr val="9DA6AB"/>
                </a:solidFill>
              </a:rPr>
              <a:pPr/>
              <a:t>‹#›</a:t>
            </a:fld>
            <a:r>
              <a:rPr lang="en-US" altLang="ko-KR" dirty="0" smtClean="0">
                <a:solidFill>
                  <a:srgbClr val="9DA6AB"/>
                </a:solidFill>
              </a:rPr>
              <a:t>/x</a:t>
            </a:r>
            <a:endParaRPr lang="ko-KR" altLang="en-US" dirty="0">
              <a:solidFill>
                <a:srgbClr val="9DA6AB"/>
              </a:solidFill>
            </a:endParaRPr>
          </a:p>
        </p:txBody>
      </p:sp>
      <p:sp>
        <p:nvSpPr>
          <p:cNvPr id="22" name="내용 개체 틀 2"/>
          <p:cNvSpPr>
            <a:spLocks noGrp="1"/>
          </p:cNvSpPr>
          <p:nvPr>
            <p:ph idx="13"/>
          </p:nvPr>
        </p:nvSpPr>
        <p:spPr>
          <a:xfrm>
            <a:off x="306388" y="1764296"/>
            <a:ext cx="10080872" cy="52001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rgbClr val="323C46"/>
                </a:solidFill>
                <a:latin typeface="다키 M" pitchFamily="2" charset="-127"/>
                <a:ea typeface="다키 M" pitchFamily="2" charset="-127"/>
              </a:defRPr>
            </a:lvl1pPr>
          </a:lstStyle>
          <a:p>
            <a:pPr lvl="0"/>
            <a:endParaRPr lang="ko-KR" altLang="en-US" dirty="0"/>
          </a:p>
        </p:txBody>
      </p:sp>
      <p:sp>
        <p:nvSpPr>
          <p:cNvPr id="12" name="직사각형 11"/>
          <p:cNvSpPr/>
          <p:nvPr userDrawn="1"/>
        </p:nvSpPr>
        <p:spPr>
          <a:xfrm>
            <a:off x="0" y="250567"/>
            <a:ext cx="180000" cy="955138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직사각형 12"/>
          <p:cNvSpPr/>
          <p:nvPr userDrawn="1"/>
        </p:nvSpPr>
        <p:spPr>
          <a:xfrm>
            <a:off x="10627226" y="250567"/>
            <a:ext cx="66175" cy="397974"/>
          </a:xfrm>
          <a:prstGeom prst="rect">
            <a:avLst/>
          </a:prstGeom>
          <a:solidFill>
            <a:srgbClr val="9DA6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텍스트 개체 틀 15"/>
          <p:cNvSpPr>
            <a:spLocks noGrp="1"/>
          </p:cNvSpPr>
          <p:nvPr>
            <p:ph type="body" sz="quarter" idx="10" hasCustomPrompt="1"/>
          </p:nvPr>
        </p:nvSpPr>
        <p:spPr>
          <a:xfrm>
            <a:off x="8343899" y="250567"/>
            <a:ext cx="226853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rgbClr val="9DA6AB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algn="r"/>
            <a:r>
              <a:rPr lang="en-US" altLang="ko-KR" sz="1600" dirty="0" smtClean="0">
                <a:solidFill>
                  <a:srgbClr val="9DA6AB"/>
                </a:solidFill>
              </a:rPr>
              <a:t>Large</a:t>
            </a:r>
            <a:r>
              <a:rPr lang="en-US" altLang="ko-KR" sz="1600" baseline="0" dirty="0" smtClean="0">
                <a:solidFill>
                  <a:srgbClr val="9DA6AB"/>
                </a:solidFill>
              </a:rPr>
              <a:t> title </a:t>
            </a:r>
            <a:r>
              <a:rPr lang="ko-KR" altLang="en-US" sz="1600" dirty="0" smtClean="0">
                <a:solidFill>
                  <a:srgbClr val="9DA6AB"/>
                </a:solidFill>
              </a:rPr>
              <a:t>입력</a:t>
            </a:r>
            <a:endParaRPr lang="ko-KR" altLang="en-US" sz="1600" dirty="0">
              <a:solidFill>
                <a:srgbClr val="9DA6AB"/>
              </a:solidFill>
            </a:endParaRPr>
          </a:p>
        </p:txBody>
      </p:sp>
      <p:sp>
        <p:nvSpPr>
          <p:cNvPr id="18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234132" y="238662"/>
            <a:ext cx="7956884" cy="63697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rgbClr val="2482C8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타이틀을 입력하세요</a:t>
            </a:r>
            <a:endParaRPr lang="ko-KR" altLang="en-US" dirty="0"/>
          </a:p>
        </p:txBody>
      </p:sp>
      <p:sp>
        <p:nvSpPr>
          <p:cNvPr id="20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234132" y="835733"/>
            <a:ext cx="7956884" cy="640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latin typeface="다키 M" pitchFamily="2" charset="-127"/>
                <a:ea typeface="다키 M" pitchFamily="2" charset="-127"/>
              </a:defRPr>
            </a:lvl1pPr>
          </a:lstStyle>
          <a:p>
            <a:r>
              <a:rPr lang="en-US" altLang="ko-KR" sz="1600" dirty="0" smtClean="0">
                <a:solidFill>
                  <a:srgbClr val="50646E"/>
                </a:solidFill>
              </a:rPr>
              <a:t>summary</a:t>
            </a:r>
            <a:r>
              <a:rPr lang="ko-KR" altLang="en-US" sz="1600" dirty="0" smtClean="0">
                <a:solidFill>
                  <a:srgbClr val="50646E"/>
                </a:solidFill>
              </a:rPr>
              <a:t>를 입력하세요</a:t>
            </a:r>
            <a:r>
              <a:rPr lang="en-US" altLang="ko-KR" sz="1600" dirty="0" smtClean="0">
                <a:solidFill>
                  <a:srgbClr val="50646E"/>
                </a:solidFill>
              </a:rPr>
              <a:t>.</a:t>
            </a:r>
          </a:p>
          <a:p>
            <a:r>
              <a:rPr lang="ko-KR" altLang="en-US" sz="1600" dirty="0" smtClean="0">
                <a:solidFill>
                  <a:srgbClr val="50646E"/>
                </a:solidFill>
              </a:rPr>
              <a:t>최대 </a:t>
            </a:r>
            <a:r>
              <a:rPr lang="ko-KR" altLang="en-US" sz="1600" dirty="0" err="1" smtClean="0">
                <a:solidFill>
                  <a:srgbClr val="50646E"/>
                </a:solidFill>
              </a:rPr>
              <a:t>두줄까지</a:t>
            </a:r>
            <a:r>
              <a:rPr lang="ko-KR" altLang="en-US" sz="1600" dirty="0" smtClean="0">
                <a:solidFill>
                  <a:srgbClr val="50646E"/>
                </a:solidFill>
              </a:rPr>
              <a:t> 입력이 가능합니다</a:t>
            </a:r>
            <a:r>
              <a:rPr lang="en-US" altLang="ko-KR" sz="1600" dirty="0" smtClean="0">
                <a:solidFill>
                  <a:srgbClr val="50646E"/>
                </a:solidFill>
              </a:rPr>
              <a:t>.</a:t>
            </a:r>
            <a:endParaRPr lang="ko-KR" altLang="en-US" sz="1600" dirty="0">
              <a:solidFill>
                <a:srgbClr val="50646E"/>
              </a:solidFill>
            </a:endParaRPr>
          </a:p>
        </p:txBody>
      </p:sp>
      <p:pic>
        <p:nvPicPr>
          <p:cNvPr id="24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75200" y="7315201"/>
            <a:ext cx="911543" cy="115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725579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사용자 지정 레이아웃">
    <p:bg>
      <p:bgPr>
        <a:solidFill>
          <a:srgbClr val="2482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242244" y="2268330"/>
            <a:ext cx="7812868" cy="2029668"/>
          </a:xfrm>
          <a:prstGeom prst="rect">
            <a:avLst/>
          </a:prstGeom>
        </p:spPr>
        <p:txBody>
          <a:bodyPr/>
          <a:lstStyle>
            <a:lvl1pPr>
              <a:defRPr sz="10000" baseline="0">
                <a:solidFill>
                  <a:schemeClr val="bg1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en-US" altLang="ko-KR" dirty="0" smtClean="0"/>
              <a:t>THANK YOU</a:t>
            </a:r>
            <a:endParaRPr lang="ko-KR" altLang="en-US" dirty="0"/>
          </a:p>
        </p:txBody>
      </p:sp>
      <p:sp>
        <p:nvSpPr>
          <p:cNvPr id="3" name="직사각형 2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074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811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242244" y="5065766"/>
            <a:ext cx="2594426" cy="39793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>
                <a:solidFill>
                  <a:srgbClr val="9DA6AB"/>
                </a:solidFill>
                <a:latin typeface="다키 B" pitchFamily="2" charset="-127"/>
                <a:ea typeface="다키 B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 dirty="0" smtClean="0"/>
              <a:t>00 </a:t>
            </a:r>
            <a:r>
              <a:rPr lang="ko-KR" altLang="en-US" dirty="0" smtClean="0"/>
              <a:t>팀</a:t>
            </a:r>
            <a:endParaRPr lang="ko-KR" altLang="en-US" dirty="0"/>
          </a:p>
        </p:txBody>
      </p:sp>
      <p:sp>
        <p:nvSpPr>
          <p:cNvPr id="7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1242244" y="5503537"/>
            <a:ext cx="2592288" cy="39715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>
                <a:solidFill>
                  <a:srgbClr val="9DA6AB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담당자 </a:t>
            </a:r>
            <a:r>
              <a:rPr lang="en-US" altLang="ko-KR" dirty="0" smtClean="0"/>
              <a:t>: </a:t>
            </a:r>
            <a:r>
              <a:rPr lang="ko-KR" altLang="en-US" dirty="0" smtClean="0"/>
              <a:t>홍길동</a:t>
            </a:r>
            <a:endParaRPr lang="en-US" altLang="ko-KR" dirty="0" smtClean="0"/>
          </a:p>
        </p:txBody>
      </p:sp>
      <p:sp>
        <p:nvSpPr>
          <p:cNvPr id="8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1242779" y="5940871"/>
            <a:ext cx="2593899" cy="398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rgbClr val="9DA6AB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연락처 </a:t>
            </a:r>
            <a:r>
              <a:rPr lang="en-US" altLang="ko-KR" dirty="0" smtClean="0"/>
              <a:t>: 070 0000 0000</a:t>
            </a:r>
          </a:p>
        </p:txBody>
      </p:sp>
    </p:spTree>
    <p:extLst>
      <p:ext uri="{BB962C8B-B14F-4D97-AF65-F5344CB8AC3E}">
        <p14:creationId xmlns:p14="http://schemas.microsoft.com/office/powerpoint/2010/main" val="213448128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slideLayout" Target="../slideLayouts/slideLayout10.xml"/><Relationship Id="rId3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5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171" y="402569"/>
            <a:ext cx="9223058" cy="1461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171" y="2012836"/>
            <a:ext cx="9223058" cy="47975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171" y="7008172"/>
            <a:ext cx="2406015" cy="402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16BF97-55BE-41D7-A5BB-0D02BD7B0503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2189" y="7008172"/>
            <a:ext cx="3609023" cy="402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2214" y="7008172"/>
            <a:ext cx="2406015" cy="402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26812A-A0EF-4881-B62C-6E922A4382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6345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</p:sldLayoutIdLst>
  <p:txStyles>
    <p:titleStyle>
      <a:lvl1pPr algn="l" defTabSz="1008126" rtl="0" eaLnBrk="1" latinLnBrk="1" hangingPunct="1">
        <a:lnSpc>
          <a:spcPct val="90000"/>
        </a:lnSpc>
        <a:spcBef>
          <a:spcPct val="0"/>
        </a:spcBef>
        <a:buNone/>
        <a:defRPr sz="485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2032" indent="-252032" algn="l" defTabSz="1008126" rtl="0" eaLnBrk="1" latinLnBrk="1" hangingPunct="1">
        <a:lnSpc>
          <a:spcPct val="90000"/>
        </a:lnSpc>
        <a:spcBef>
          <a:spcPts val="1103"/>
        </a:spcBef>
        <a:buFont typeface="Arial" panose="020B0604020202020204" pitchFamily="34" charset="0"/>
        <a:buChar char="•"/>
        <a:defRPr sz="3087" kern="1200">
          <a:solidFill>
            <a:schemeClr val="tx1"/>
          </a:solidFill>
          <a:latin typeface="+mn-lt"/>
          <a:ea typeface="+mn-ea"/>
          <a:cs typeface="+mn-cs"/>
        </a:defRPr>
      </a:lvl1pPr>
      <a:lvl2pPr marL="756095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60158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4221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268284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772347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276410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780473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284536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504063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1008126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3pPr>
      <a:lvl4pPr marL="1512189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016252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520315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024378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528441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032504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34988" y="303213"/>
            <a:ext cx="9623425" cy="12604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4988" y="1763713"/>
            <a:ext cx="9623425" cy="4991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4988" y="7008813"/>
            <a:ext cx="2495550" cy="401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indent="0" algn="l">
              <a:buFont typeface="Arial" panose="020B0604020202020204" pitchFamily="34" charset="0"/>
              <a:buNone/>
              <a:defRPr sz="1200">
                <a:solidFill>
                  <a:schemeClr val="tx1">
                    <a:tint val="75000"/>
                  </a:schemeClr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fld id="{E3B99DD1-C01C-41AF-9B2F-192F1B152AF4}" type="datetimeFigureOut">
              <a:rPr lang="ko-KR" altLang="en-US" smtClean="0"/>
              <a:pPr/>
              <a:t>2026-07-07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652838" y="7008813"/>
            <a:ext cx="3387725" cy="401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tx1">
                    <a:tint val="75000"/>
                  </a:schemeClr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662863" y="7008813"/>
            <a:ext cx="2495550" cy="401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indent="0" algn="r">
              <a:buFont typeface="Arial" panose="020B0604020202020204" pitchFamily="34" charset="0"/>
              <a:buNone/>
              <a:defRPr sz="1200">
                <a:solidFill>
                  <a:schemeClr val="tx1">
                    <a:tint val="75000"/>
                  </a:schemeClr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fld id="{3DF03A29-5BD0-4F71-8B6E-031B8881341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3660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</p:sldLayoutIdLst>
  <p:timing>
    <p:tnLst>
      <p:par>
        <p:cTn id="1" dur="indefinite" restart="never" nodeType="tmRoot"/>
      </p:par>
    </p:tnLst>
  </p:timing>
  <p:txStyles>
    <p:titleStyle>
      <a:lvl1pPr marL="0" indent="0" algn="ctr" defTabSz="914400" rtl="0" eaLnBrk="1" latinLnBrk="1" hangingPunct="1">
        <a:spcBef>
          <a:spcPct val="0"/>
        </a:spcBef>
        <a:buFont typeface="Arial" panose="020B0604020202020204" pitchFamily="34" charset="0"/>
        <a:buNone/>
        <a:defRPr sz="4400" b="0" kern="1200">
          <a:solidFill>
            <a:schemeClr val="tx1"/>
          </a:solidFill>
          <a:latin typeface="다키 L" pitchFamily="2" charset="-127"/>
          <a:ea typeface="다키 L" pitchFamily="2" charset="-127"/>
          <a:cs typeface="+mj-cs"/>
        </a:defRPr>
      </a:lvl1pPr>
    </p:titleStyle>
    <p:bodyStyle>
      <a:lvl1pPr marL="0" indent="0" algn="l" defTabSz="914400" rtl="0" eaLnBrk="1" latinLnBrk="1" hangingPunct="1">
        <a:spcBef>
          <a:spcPct val="20000"/>
        </a:spcBef>
        <a:buFont typeface="Arial" panose="020B0604020202020204" pitchFamily="34" charset="0"/>
        <a:buNone/>
        <a:defRPr sz="3200" kern="1200">
          <a:solidFill>
            <a:schemeClr val="tx1"/>
          </a:solidFill>
          <a:latin typeface="다키 L" pitchFamily="2" charset="-127"/>
          <a:ea typeface="다키 L" pitchFamily="2" charset="-127"/>
          <a:cs typeface="+mn-cs"/>
        </a:defRPr>
      </a:lvl1pPr>
      <a:lvl2pPr marL="457200" indent="0" algn="l" defTabSz="914400" rtl="0" eaLnBrk="1" latinLnBrk="1" hangingPunct="1">
        <a:spcBef>
          <a:spcPct val="20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다키 L" pitchFamily="2" charset="-127"/>
          <a:ea typeface="다키 L" pitchFamily="2" charset="-127"/>
          <a:cs typeface="+mn-cs"/>
        </a:defRPr>
      </a:lvl2pPr>
      <a:lvl3pPr marL="914400" indent="0" algn="l" defTabSz="914400" rtl="0" eaLnBrk="1" latinLnBrk="1" hangingPunct="1">
        <a:spcBef>
          <a:spcPct val="20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다키 L" pitchFamily="2" charset="-127"/>
          <a:ea typeface="다키 L" pitchFamily="2" charset="-127"/>
          <a:cs typeface="+mn-cs"/>
        </a:defRPr>
      </a:lvl3pPr>
      <a:lvl4pPr marL="1371600" indent="0" algn="l" defTabSz="914400" rtl="0" eaLnBrk="1" latinLnBrk="1" hangingPunct="1">
        <a:spcBef>
          <a:spcPct val="200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다키 L" pitchFamily="2" charset="-127"/>
          <a:ea typeface="다키 L" pitchFamily="2" charset="-127"/>
          <a:cs typeface="+mn-cs"/>
        </a:defRPr>
      </a:lvl4pPr>
      <a:lvl5pPr marL="1828800" indent="0" algn="l" defTabSz="914400" rtl="0" eaLnBrk="1" latinLnBrk="1" hangingPunct="1">
        <a:spcBef>
          <a:spcPct val="200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다키 L" pitchFamily="2" charset="-127"/>
          <a:ea typeface="다키 L" pitchFamily="2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smtClean="0"/>
              <a:t>스키마 분석 · 트랜잭션 정합성 · SQL 튜닝 · 백업/복구 · 배치 처리</a:t>
            </a:r>
            <a:endParaRPr lang="ko-KR" altLang="en-US" dirty="0"/>
          </a:p>
        </p:txBody>
      </p:sp>
      <p:sp>
        <p:nvSpPr>
          <p:cNvPr id="5" name="부제목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DB</a:t>
            </a:r>
            <a:r>
              <a:rPr lang="ko-KR" altLang="en-US" dirty="0" err="1" smtClean="0"/>
              <a:t>운영팀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smtClean="0"/>
              <a:t>박서진</a:t>
            </a:r>
            <a:endParaRPr lang="ko-KR" altLang="en-US" dirty="0"/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smtClean="0"/>
              <a:t>2026.07</a:t>
            </a:r>
            <a:endParaRPr lang="ko-KR" altLang="en-US" dirty="0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smtClean="0"/>
              <a:t>BO 스키마 기반
Oracle DB 운영 실습 보고서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44764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Table</a:t>
            </a:r>
            <a:br>
              <a:rPr lang="en-US" altLang="ko-KR" dirty="0" smtClean="0"/>
            </a:br>
            <a:r>
              <a:rPr lang="en-US" altLang="ko-KR" dirty="0" smtClean="0"/>
              <a:t>of</a:t>
            </a:r>
            <a:br>
              <a:rPr lang="en-US" altLang="ko-KR" dirty="0" smtClean="0"/>
            </a:br>
            <a:r>
              <a:rPr lang="en-US" altLang="ko-KR" dirty="0" smtClean="0"/>
              <a:t>Contents</a:t>
            </a:r>
            <a:endParaRPr lang="ko-KR" altLang="en-US" dirty="0"/>
          </a:p>
        </p:txBody>
      </p:sp>
      <p:sp>
        <p:nvSpPr>
          <p:cNvPr id="14" name="텍스트 개체 틀 1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01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02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03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04</a:t>
            </a:r>
            <a:endParaRPr lang="ko-KR" altLang="en-US" sz="4800" dirty="0"/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pPr>
              <a:buNone/>
              <a:defRPr/>
            </a:pPr>
            <a:r>
              <a:rPr lang="en-US" altLang="ko-KR" sz="1400" dirty="0">
                <a:solidFill>
                  <a:srgbClr val="9DA6AB"/>
                </a:solidFill>
              </a:rPr>
              <a:t>1) 스키마·ERD 역공학  2) 트랜잭션 T1~T7 ACID 검증</a:t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  <a:r>
              <a:rPr lang="en-US" altLang="ko-KR" sz="1400" dirty="0">
                <a:solidFill>
                  <a:srgbClr val="9DA6AB"/>
                </a:solidFill>
              </a:rPr>
              <a:t/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</a:p>
        </p:txBody>
      </p:sp>
      <p:sp>
        <p:nvSpPr>
          <p:cNvPr id="16" name="텍스트 개체 틀 15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50646E"/>
                </a:solidFill>
              </a:rPr>
              <a:t>스키마 분석 및 트랜잭션 시뮬레이션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5"/>
          </p:nvPr>
        </p:nvSpPr>
        <p:spPr/>
        <p:txBody>
          <a:bodyPr>
            <a:normAutofit/>
          </a:bodyPr>
          <a:lstStyle/>
          <a:p>
            <a:pPr>
              <a:buNone/>
              <a:defRPr/>
            </a:pPr>
            <a:r>
              <a:rPr lang="en-US" altLang="ko-KR" sz="1400" dirty="0">
                <a:solidFill>
                  <a:srgbClr val="9DA6AB"/>
                </a:solidFill>
              </a:rPr>
              <a:t>1) 실행계획 분석  2) FTS vs Index  3) 복합 인덱스 전략</a:t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  <a:r>
              <a:rPr lang="en-US" altLang="ko-KR" sz="1400" dirty="0">
                <a:solidFill>
                  <a:srgbClr val="9DA6AB"/>
                </a:solidFill>
              </a:rPr>
              <a:t/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</a:p>
        </p:txBody>
      </p:sp>
      <p:sp>
        <p:nvSpPr>
          <p:cNvPr id="18" name="텍스트 개체 틀 17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50646E"/>
                </a:solidFill>
              </a:rPr>
              <a:t>SQL 튜닝 및 인덱스 전략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19" name="텍스트 개체 틀 18"/>
          <p:cNvSpPr>
            <a:spLocks noGrp="1"/>
          </p:cNvSpPr>
          <p:nvPr>
            <p:ph type="body" sz="quarter" idx="17"/>
          </p:nvPr>
        </p:nvSpPr>
        <p:spPr/>
        <p:txBody>
          <a:bodyPr>
            <a:normAutofit/>
          </a:bodyPr>
          <a:lstStyle/>
          <a:p>
            <a:pPr>
              <a:buNone/>
              <a:defRPr/>
            </a:pPr>
            <a:r>
              <a:rPr lang="en-US" altLang="ko-KR" sz="1400" dirty="0">
                <a:solidFill>
                  <a:srgbClr val="9DA6AB"/>
                </a:solidFill>
              </a:rPr>
              <a:t>1) 물리 장애 3단계 복구  2) 논리 장애 Flashback</a:t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  <a:r>
              <a:rPr lang="en-US" altLang="ko-KR" sz="1400" dirty="0">
                <a:solidFill>
                  <a:srgbClr val="9DA6AB"/>
                </a:solidFill>
              </a:rPr>
              <a:t/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</a:p>
        </p:txBody>
      </p:sp>
      <p:sp>
        <p:nvSpPr>
          <p:cNvPr id="20" name="텍스트 개체 틀 19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50646E"/>
                </a:solidFill>
              </a:rPr>
              <a:t>백업 및 복구 전략 (Backup &amp; Recovery)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21" name="텍스트 개체 틀 20"/>
          <p:cNvSpPr>
            <a:spLocks noGrp="1"/>
          </p:cNvSpPr>
          <p:nvPr>
            <p:ph type="body" sz="quarter" idx="19"/>
          </p:nvPr>
        </p:nvSpPr>
        <p:spPr/>
        <p:txBody>
          <a:bodyPr>
            <a:normAutofit/>
          </a:bodyPr>
          <a:lstStyle/>
          <a:p>
            <a:pPr>
              <a:buNone/>
              <a:defRPr/>
            </a:pPr>
            <a:r>
              <a:rPr lang="en-US" altLang="ko-KR" sz="1400" dirty="0">
                <a:solidFill>
                  <a:srgbClr val="9DA6AB"/>
                </a:solidFill>
              </a:rPr>
              <a:t>1) 10만 건 주문 생성  2) 병목 분석 및 성능 개선</a:t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  <a:r>
              <a:rPr lang="en-US" altLang="ko-KR" sz="1400" dirty="0">
                <a:solidFill>
                  <a:srgbClr val="9DA6AB"/>
                </a:solidFill>
              </a:rPr>
              <a:t/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  <a:r>
              <a:rPr lang="ko-KR" altLang="en-US" sz="1400" dirty="0" smtClean="0">
                <a:solidFill>
                  <a:srgbClr val="9DA6AB"/>
                </a:solidFill>
              </a:rPr>
              <a:t/>
            </a:r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22" name="텍스트 개체 틀 21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50646E"/>
                </a:solidFill>
              </a:rPr>
              <a:t>PL/SQL 대량 데이터 배치 처리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3767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간지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>타이틀 입력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0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1) 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>소제목을 입력해주세요</a:t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2) 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>소제목을 입력해주세요</a:t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3) 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>소제목을 입력해주세요</a:t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>. </a:t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r>
              <a:rPr lang="en-US" altLang="ko-KR" sz="6000" dirty="0" smtClean="0">
                <a:solidFill>
                  <a:srgbClr val="2484C6"/>
                </a:solidFill>
                <a:latin typeface="다키 M Title" pitchFamily="2" charset="-127"/>
                <a:ea typeface="다키 M Title" pitchFamily="2" charset="-127"/>
              </a:rPr>
              <a:t>01</a:t>
            </a:r>
            <a:endParaRPr lang="ko-KR" altLang="en-US" sz="6000" dirty="0">
              <a:solidFill>
                <a:srgbClr val="2484C6"/>
              </a:solidFill>
              <a:latin typeface="다키 M Title" pitchFamily="2" charset="-127"/>
              <a:ea typeface="다키 M Title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5659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Large Title </a:t>
            </a:r>
            <a:r>
              <a:rPr lang="ko-KR" altLang="en-US" sz="1600" dirty="0" smtClean="0"/>
              <a:t>입력</a:t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타이틀을 입력해주세요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Summary</a:t>
            </a:r>
            <a:r>
              <a:rPr lang="ko-KR" altLang="en-US" sz="1600" dirty="0">
                <a:solidFill>
                  <a:srgbClr val="50646E"/>
                </a:solidFill>
              </a:rPr>
              <a:t>를 입력해주세요</a:t>
            </a:r>
            <a:r>
              <a:rPr lang="en-US" altLang="ko-KR" sz="1600" dirty="0">
                <a:solidFill>
                  <a:srgbClr val="50646E"/>
                </a:solidFill>
              </a:rPr>
              <a:t>.</a:t>
            </a:r>
          </a:p>
          <a:p>
            <a:pPr defTabSz="914400">
              <a:spcBef>
                <a:spcPct val="20000"/>
              </a:spcBef>
            </a:pPr>
            <a:r>
              <a:rPr lang="ko-KR" altLang="en-US" sz="1600" dirty="0">
                <a:solidFill>
                  <a:srgbClr val="50646E"/>
                </a:solidFill>
              </a:rPr>
              <a:t>최대 </a:t>
            </a:r>
            <a:r>
              <a:rPr lang="en-US" altLang="ko-KR" sz="1600" dirty="0">
                <a:solidFill>
                  <a:srgbClr val="50646E"/>
                </a:solidFill>
              </a:rPr>
              <a:t>2</a:t>
            </a:r>
            <a:r>
              <a:rPr lang="ko-KR" altLang="en-US" sz="1600" dirty="0">
                <a:solidFill>
                  <a:srgbClr val="50646E"/>
                </a:solidFill>
              </a:rPr>
              <a:t>줄까지 작성 가능합니다</a:t>
            </a:r>
            <a:r>
              <a:rPr lang="en-US" altLang="ko-KR" sz="1600" dirty="0">
                <a:solidFill>
                  <a:srgbClr val="50646E"/>
                </a:solidFill>
              </a:rPr>
              <a:t>.</a:t>
            </a:r>
            <a:endParaRPr lang="ko-KR" altLang="en-US" sz="1600" dirty="0">
              <a:solidFill>
                <a:srgbClr val="50646E"/>
              </a:solidFill>
            </a:endParaRP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9817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Thank you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52311306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스키마 분석 및 트랜잭션 시뮬레이션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/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0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1) BO 스키마·ERD 역공학   2) 트랜잭션 T1~T7 ACID 검증   3) 데이터 이상치 탐지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/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/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r>
              <a:rPr lang="en-US" altLang="ko-KR" sz="6000" dirty="0" smtClean="0">
                <a:solidFill>
                  <a:srgbClr val="2484C6"/>
                </a:solidFill>
                <a:latin typeface="다키 M Title" pitchFamily="2" charset="-127"/>
                <a:ea typeface="다키 M Title" pitchFamily="2" charset="-127"/>
              </a:rPr>
              <a:t>01</a:t>
            </a:r>
            <a:endParaRPr lang="ko-KR" altLang="en-US" sz="6000" dirty="0">
              <a:solidFill>
                <a:srgbClr val="2484C6"/>
              </a:solidFill>
              <a:latin typeface="다키 M Title" pitchFamily="2" charset="-127"/>
              <a:ea typeface="다키 M Title" pitchFamily="2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Overview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과제 개요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제공된 인터넷 서점 데이터의 ERD를 역공학으로 추출하고 트랜잭션 정합성을 검증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정방향 설계서가 아닌 딕셔너리(메타데이터) 조회로 ERD를 역으로 복원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DBMS_METADATA.GET_DDL · USER_CONSTRAINTS · USER_IND_COLUMNS 활용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PK/FK/인덱스 구조를 실측 기준으로 검증하고 도메인 문서와 교차 대조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이후 트랜잭션 T1~T7로 다중 테이블 갱신의 ACID 정합성 확인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Schema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BO 스키마 구성 — 6개 업무 영역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업무 테이블 12개 + 비업무 4개(스크래치)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영역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포함 테이블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역할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고객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CUSTOMERS, CUST_CONTACTS, SHIPMENT_ADDRESSES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고객·연락처·배송지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주문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ORDERS, ORDER_ITEMS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주문 및 주문 상품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상품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PRODUCTS, CATEGORIES, CORPORATIONS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상품·분류·협력업체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배송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SHIPMENTS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주문별 배송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문의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INQUIRIES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고객 상담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조직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EMPLOYEES, DEPARTMENTS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사원·부서 계층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ERD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전체 ERD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16개 테이블 · FK 18개 · 6개 도메인의 참조 관계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erd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324" y="1764296"/>
            <a:ext cx="9128999" cy="520012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Customer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고객영역 — CUSTOMERS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PK: CUST_ID / FK: 없음 (5개 자식 테이블이 참조)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컬럼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타입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NUMBER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고객ID (PK)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CUST_NAME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VARCHAR2(40)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고객이름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CUST_GENDER_TYPE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VARCHAR2(1)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성별(1:남,2:여)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LOGIN_ID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VARCHAR2(10)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로그인ID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LOGIN_PSWD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VARCHAR2(40)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비밀번호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CUST_GRADE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VARCHAR2(1)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고객등급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Customer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고객영역 — 연락처 · 배송지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CUST_ID + 순번 복합 PK → 1인 다건 등록 구조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테이블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PK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핵심 컬럼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CUST_CONTACTS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CUST_ID, CONTACT_TYPE, CONTACT_ORD_NUM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CONTACT_VALUE, CONTACT_BASE_YN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SHIPMENT_ADDRESSES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CUST_ID, SHIP_ADDR_ORD_NUM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ADDRESS, ZIPCODE, REGION_TYPE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Order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주문영역 — ORDERS · ORDER_ITEMS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헤더-디테일 패턴 (주문 1건에 상품 여러 건)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테이블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PK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FK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730"/>
                          </a:solidFill>
                        </a:rPr>
                        <a:t>ORDERS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ORDER_ID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CUST_ID→CUSTOMERS, ORDER_RCT_EMP_ID→EMPLOYEES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주문접수자 = 직원 경로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730"/>
                          </a:solidFill>
                        </a:rPr>
                        <a:t>ORDER_ITEMS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ORDER_ID, ORDER_SEQ_ID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ORDER_ID→ORDERS, PRODUCT_ID→PRODUCTS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주문 상세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Product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상품영역 — PRODUCTS · CATEGORIES · CORPORATIONS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ID 참조로 정규화 (중복 저장 방지)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테이블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PK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핵심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PRODUCTS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PRODUCT_ID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ISBN_NO·WRITER_NAME → 온라인 서점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CATEGORIES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CATEGORY_ID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상품 분류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CORPORATIONS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CORPORATION_ID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협력업체 (PK명 COOPERATIONS_PK 오탈자)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Shipment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배송영역 — SHIPMENTS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PK=ORDER_ID → 주문:배송 1:1 (선택적)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컬럼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ORDER_ID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주문ID (PK, FK→ORDERS)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고객ID (직접 FK, 비정규화)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SHIPMENT_STATUS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배송상태(1:전~5:반품완료)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SHIPMENT_CORPORATION_ID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배송 협력업체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TRACKING_NUMBER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송장번호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DELIVERY_START_DT / END_DT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배송 시작/완료일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Inquiry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문의영역 — INQUIRIES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nullable FK로 주문·상품과 느슨하게 연결 (고객센터 티켓 성격)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컬럼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CUST_ID, INQ_DT, INQ_TYPE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복합 PK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ORDER_ID / PRODUCT_ID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nullable FK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EMP_ID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상담 사원 (FK)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INQ_Q / INQ_A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상담/답변 (CLOB)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INQ_STATUS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처리상태(1:대기,2:완료)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INQ_SATIS_GRADE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만족도(1~5)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Org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조직영역 — EMPLOYEES · DEPARTMENTS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자기참조로 관리자·부서 트리 표현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테이블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PK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자기참조 FK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EMPLOYEES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EMP_ID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ADMIN_EMP_ID→EMP_ID (관리자)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DEPARTMENTS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DEPT_ID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UPPER_DEPT_ID→DEPT_ID (상위부서)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Relations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FK 관계 요약 (18건 중 주요)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자식 → 부모 참조 구조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자식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FK 컬럼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부모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730"/>
                          </a:solidFill>
                        </a:rPr>
                        <a:t>ORDERS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CUST_ID / ORDER_RCT_EMP_ID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CUSTOMERS / EMPLOYEES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730"/>
                          </a:solidFill>
                        </a:rPr>
                        <a:t>ORDER_ITEMS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ORDER_ID / PRODUCT_ID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ORDERS / PRODUCTS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730"/>
                          </a:solidFill>
                        </a:rPr>
                        <a:t>SHIPMENTS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CUST_ID/ORDER_ID/SHIPMENT_CORP_ID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CUSTOMERS/ORDERS/CORPORATIONS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730"/>
                          </a:solidFill>
                        </a:rPr>
                        <a:t>INQUIRIES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CUST_ID/ORDER_ID/PRODUCT_ID/EMP_ID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4개 부모 테이블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730"/>
                          </a:solidFill>
                        </a:rPr>
                        <a:t>PRODUCTS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CATEGORY_ID / VENDOR_ID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CATEGORIES / CORPORATIONS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Index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인덱스 목록 &amp; 명명 해석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PK/FK는 자동 아님 — 설계자가 의도적으로 추가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_PK: PK 지원 고유 인덱스 (제약 생성 시 함께 생성)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_F1·_F2: FK 컬럼 인덱스 — Oracle은 FK 생성 시 자동 생성하지 않음(의도적 추가)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_N1·_N2: 날짜·상태 단일 조회용 (ORDER_DT, ORDER_STATUS)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_T1: ORDERS_T1(CUST_ID, ORDER_DT) — 고객별 날짜 조회 패턴용으로 추정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Validation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데이터 검증 — SHIPMENTS 1:1?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전체 2,000,001건 중 배송기록 없음 40,734건(2.04%)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shipments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774766"/>
            <a:ext cx="5645288" cy="3179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293" y="1764296"/>
            <a:ext cx="4233966" cy="5200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PK=ORDER_ID이므로 "1주문 1배송"은 제약이 수학적으로 보장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배송기록 없는 40,734건 대부분이 주문취소(코드 8)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→ 필수 1:1이 아니라 "정상 진행 시 생성, 취소 시 없음"인 선택적(0/1) 관계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Anomaly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데이터 이상치 탐지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ORDER_ID=10,000,000 — 미완성 주문 1건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ORDER_STATUS·배송기록이 모두 NULL인 주문 헤더만 존재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CUST_ID=1,000 / ORDER_DT 2026-02-02 00:00:00 등 값이 지나치게 라운드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판단: 연습용 DB의 경계값/시드 데이터일 가능성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시사점: 주문 생성이 단일 트랜잭션으로 묶이지 않으면 부분실패로 이런 미완성 데이터 발생 가능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Synthetic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합성 데이터 판단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채널 분포가 연도와 무관하게 동일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channel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300362"/>
            <a:ext cx="5645288" cy="41279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293" y="1764296"/>
            <a:ext cx="4233966" cy="5200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스마트폰 보급 이전 2001년에도 모바일 35%로 동일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시간·채널을 독립적 확률로 무작위 생성한 합성(연습용) 데이터로 판단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실제 운영 로그의 시계열 특성과 다름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Transaction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트랜잭션 시나리오 T1~T7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다중 테이블 갱신 정합성 리스크가 큰 7개 트랜잭션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트랜잭션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연산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증명 속성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신규 주문 처리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INSERT×4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원자성·일관성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T2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주문 취소/반품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UPDATE×2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원자성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고객 탈퇴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DELETE×7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원자성·참조무결성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T4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상담 등록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INSERT×1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일관성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배송 시작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UPDATE+INSERT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원자성·일관성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T6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협력업체 해지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DELETE×1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참조무결성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상품 가격 변경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UPDATE×1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일관성(이력 불변)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Flow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T1 신규 주문 처리 흐름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INSERT×4를 하나의 트랜잭션으로 (all-or-nothing)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단계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작업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대상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주문 헤더 등록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ORDERS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INSERT #1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2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주문 상세(2건)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ORDER_ITEMS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INSERT #2,#3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배송 레코드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SHIPMENTS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INSERT #4 (1:1 FK)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4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무결성 검증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FK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없는 상품 → ORA-02291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커밋/롤백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전체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4건 all-or-nothing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ACID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ACID·무결성 검증 결과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성공/실패 경로로 각 속성 확인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속성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확인 관점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트랜잭션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원자성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일부만 반영되지 않는지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T1,T2,T3,T5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일관성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FK·PK 및 로직 오류 차단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T1,T4,T5,T7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참조무결성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FK가 삭제 순서 강제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T3,T6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지속성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COMMIT 후 재조회·재접속 유지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T1~T7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Isolation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고립성(Isolation) 2세션 검증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단일 세션 테스트로 부족한 고립성을 별도 확인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세션1: UPDATE 후 COMMIT 안 함 → 세션2에서 기존 값이 보여야 함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세션1: COMMIT → 세션2에서 변경값이 보여야 함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기대: 미커밋 변경은 세션2에 비가시, COMMIT 이후에만 조회 → 읽기 일관성·고립성 확인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SQL 튜닝 및 인덱스 전략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/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0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1) 실행계획 분석 방법   2) FTS vs Index Range Scan   3) 복합 인덱스 컬럼 순서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/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/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r>
              <a:rPr lang="en-US" altLang="ko-KR" sz="6000" dirty="0" smtClean="0">
                <a:solidFill>
                  <a:srgbClr val="2484C6"/>
                </a:solidFill>
                <a:latin typeface="다키 M Title" pitchFamily="2" charset="-127"/>
                <a:ea typeface="다키 M Title" pitchFamily="2" charset="-127"/>
              </a:rPr>
              <a:t>02</a:t>
            </a:r>
            <a:endParaRPr lang="ko-KR" altLang="en-US" sz="6000" dirty="0">
              <a:solidFill>
                <a:srgbClr val="2484C6"/>
              </a:solidFill>
              <a:latin typeface="다키 M Title" pitchFamily="2" charset="-127"/>
              <a:ea typeface="다키 M Title" pitchFamily="2" charset="-127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Overview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개요 — 튜닝 = 접근 경로 유도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실행계획을 근거로 두 가지 전략을 검증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SQL 튜닝은 문장 수정이 아니라 옵티마이저 접근 경로(access path)를 유도하는 일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모든 실험은 "코드 → 실행계획 확인 → 표 정리 → 해석" 4단계 반복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① Full Table Scan → Index Range Scan 유도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② 복합 인덱스 컬럼 순서(카디널리티) 비교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Tools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실행계획 분석 도구 3종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예측치 vs 실측치를 구분해 최종 근거로 사용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도구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SQL 실행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확인 정보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활용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EXPLAIN PLAN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미실행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예상 Cost, E-Rows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사전 확인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AUTOTRACE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실행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계획+세션 통계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세션 통계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DBMS_XPLAN.DISPLAY_CURSOR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실행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E-Rows, A-Rows, Buffers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최종 실측 근거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Distribution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사전 데이터 분포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2014 Q2 = 전체의 1.78% / 상태 4가 95.58%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statu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566375"/>
            <a:ext cx="5645288" cy="359597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293" y="1764296"/>
            <a:ext cx="4233966" cy="5200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날짜 범위 선택도는 높지만 정상상태 조건은 데이터를 크게 줄이지 못함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주요 필터는 ORDER_STATUS가 아니라 ORDER_DT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상태 4 편향인데 히스토그램 NONE → 특정 상태만 조회 시 추정 오차 가능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Statistics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통계정보 확인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옵티마이저 판단의 근거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ORDER_ITEMS 5,000,000건(최대) · ORDERS 2,000,005 · CUSTOMERS 100,000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ORDER_DT NUM_DISTINCT 1,971,840 → 날짜 범위 선택도 높음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NUM_ROWS(통계) 2,000,000 vs 실제 2,000,005 → 테스트 데이터 5건 추가분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실행계획 비교는 동일 통계 상태에서 수행(중간 재수집 시 계획 변동)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Query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분석 대상 쿼리 설계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우수회원 = 2014 Q2 구매금액 상위 10명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Q2_SALES CTE로 원천을 1번만 스캔해 3개 집계 CTE가 재사용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고객별 집계를 1인 1행으로 만든 뒤 조인 → 팬아웃(fan-out) 방지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ROW_NUMBER RN=1로 최다 채널·카테고리 대표값 추출, RANK로 동점 허용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기간은 BETWEEN 대신 &gt;= AND &lt; 로 경계값 오류 방지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Plan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예측 실행계획 (트리)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Full Scan + HASH JOIN + HASH GROUP BY + Top-N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pla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747" y="1764296"/>
            <a:ext cx="9206154" cy="5200129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Plan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실제 실행계획 — 예측 vs 실측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DISPLAY_CURSOR로 E-Rows/A-Rows 비교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Operation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E-Rows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A-Rows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Buffers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TABLE ACCESS FULL ORDERS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23,680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(실측)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(실측)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11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TABLE ACCESS FULL ORDER_ITEMS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5,000K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(실측)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(실측)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HASH JOIN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59,295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(실측)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(실측)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8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TABLE ACCESS FULL CUSTOMERS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100K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(실측)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(실측)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Tuning ①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FTS vs Index Range Scan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인덱스 강제가 오히려 불리 (음성 결과)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cost_fts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454635"/>
            <a:ext cx="5645288" cy="38194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293" y="1764296"/>
            <a:ext cx="4233966" cy="5200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ORDER_DT 인덱스에서 찾은 3.5만 ROWID로 테이블 접근 → 비용 누적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날짜 범위 실제 35,604건 vs 예상 35,520건(오차 0.24%) → 추정은 정확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Cost는 실행시간이 아닌 옵티마이저 예상 비용 단위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결론: 인덱스가 있어도 항상 유리하지 않음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Tuning ②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복합 인덱스 — 컬럼별 NDV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NDV 높다고 무조건 선행 컬럼은 아님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ORDERS 전체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2,000,005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CUST_ID NDV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78,526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ORDER_DT NDV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1,995,166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테스트 고객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CUST_ID = 501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Tuning ②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복합 인덱스 구조 비교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Clustering Factor로 ROWID 분산 정도 확인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인덱스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컬럼 순서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BLEVEL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LEAF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CLUSTERING_FACTOR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ORDERS_T1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CUST_ID → ORDER_DT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6,494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1,697,796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ORDERS_T2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ORDER_DT → CUST_ID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2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6,474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1,999,441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Case 1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ORDER_DT 범위 단독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FTS가 인덱스 강제보다 저렴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composite_cas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505019"/>
            <a:ext cx="5645288" cy="371868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293" y="1764296"/>
            <a:ext cx="4233966" cy="5200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T1: 선행 CUST_ID 조건 없어 INDEX FULL SCAN(34,094)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T2: ORDER_DT 선행이라 RANGE SCAN하나 ROWID 접근으로 32,592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옵티마이저 자연 선택 FTS(2,063)가 최적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Case 2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CUST_ID 등치 + ORDER_DT 범위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ORDERS_T1이 압도적 (Cost 4)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composite_ca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449613"/>
            <a:ext cx="5645288" cy="382949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293" y="1764296"/>
            <a:ext cx="4233966" cy="5200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T1: CUST_ID로 먼저 좁힌 뒤 ORDER_DT 범위 → 두 조건 모두 Access Predicate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T2: ORDER_DT 먼저 탐색 후 CUST_ID Filter → Cost 109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→ 고객별 기간 조회에는 CUST_ID 선행이 적합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Case 3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CUST_ID 단독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선행 컬럼이 조건과 일치해야 유리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ORDERS_T1(또는 ORDERS_F1)은 선행 CUST_ID로 효율적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ORDERS_T2는 선행 ORDER_DT 조건이 없어 부적합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Case 1·2와 동일하게 "조회 조건 조합"이 유리 인덱스를 결정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특정 인덱스가 항상 우수하지 않음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조회 패턴별 종합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Summary</a:t>
            </a:r>
            <a:r>
              <a:rPr lang="ko-KR" altLang="en-US" sz="1600" dirty="0">
                <a:solidFill>
                  <a:srgbClr val="50646E"/>
                </a:solidFill>
              </a:rPr>
              <a:t>를 입력해주세요</a:t>
            </a:r>
            <a:r>
              <a:rPr lang="en-US" altLang="ko-KR" sz="1600" dirty="0">
                <a:solidFill>
                  <a:srgbClr val="50646E"/>
                </a:solidFill>
              </a:rPr>
              <a:t>.</a:t>
            </a:r>
          </a:p>
          <a:p>
            <a:pPr defTabSz="914400">
              <a:spcBef>
                <a:spcPct val="20000"/>
              </a:spcBef>
            </a:pPr>
            <a:r>
              <a:rPr lang="ko-KR" altLang="en-US" sz="1600" dirty="0">
                <a:solidFill>
                  <a:srgbClr val="50646E"/>
                </a:solidFill>
              </a:rPr>
              <a:t>최대 </a:t>
            </a:r>
            <a:r>
              <a:rPr lang="en-US" altLang="ko-KR" sz="1600" dirty="0">
                <a:solidFill>
                  <a:srgbClr val="50646E"/>
                </a:solidFill>
              </a:rPr>
              <a:t>2</a:t>
            </a:r>
            <a:r>
              <a:rPr lang="ko-KR" altLang="en-US" sz="1600" dirty="0">
                <a:solidFill>
                  <a:srgbClr val="50646E"/>
                </a:solidFill>
              </a:rPr>
              <a:t>줄까지 작성 가능합니다</a:t>
            </a:r>
            <a:r>
              <a:rPr lang="en-US" altLang="ko-KR" sz="1600" dirty="0">
                <a:solidFill>
                  <a:srgbClr val="50646E"/>
                </a:solidFill>
              </a:rPr>
              <a:t>.</a:t>
            </a:r>
            <a:endParaRPr lang="ko-KR" altLang="en-US" sz="1600" dirty="0">
              <a:solidFill>
                <a:srgbClr val="50646E"/>
              </a:solidFill>
            </a:endParaRP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조회 패턴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자동 선택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T1 Cost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T2 Cost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판단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ORDER_DT 범위만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FTS(2,063)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34,094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32,592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FTS 유리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CUST_ID + ORDER_DT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T1(4)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4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109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T1 유리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CUST_ID 단독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T1/F1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유리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부적합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T1 유리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Conclusion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종합 결론 — 워크로드별 전략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인덱스 튜닝의 효용은 워크로드에 달림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분석 쿼리(DSS)는 FTS+HASH JOIN이 정답 → 인덱스로 튜닝 대상 아님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인덱스 효용은 OLTP 고객 조회(ORDERS_T1 Cost 4)에 있음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온라인 서점 = 쓰기 잦음 → 분석용 중복 인덱스 추가는 DML 비용상 부적절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ORDERS_T2는 기존 ORDERS_N1과 선두 컬럼 중복 → 도입 신중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복구 전략 수립 (Backup &amp; Recovery)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/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0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1) 물리 장애 3단계   2) 논리 장애 Flashback   3) 테이블스페이스 격리 설계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/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/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r>
              <a:rPr lang="en-US" altLang="ko-KR" sz="6000" dirty="0" smtClean="0">
                <a:solidFill>
                  <a:srgbClr val="2484C6"/>
                </a:solidFill>
                <a:latin typeface="다키 M Title" pitchFamily="2" charset="-127"/>
                <a:ea typeface="다키 M Title" pitchFamily="2" charset="-127"/>
              </a:rPr>
              <a:t>03</a:t>
            </a:r>
            <a:endParaRPr lang="ko-KR" altLang="en-US" sz="6000" dirty="0">
              <a:solidFill>
                <a:srgbClr val="2484C6"/>
              </a:solidFill>
              <a:latin typeface="다키 M Title" pitchFamily="2" charset="-127"/>
              <a:ea typeface="다키 M Title" pitchFamily="2" charset="-127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Overview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개요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물리·논리 장애를 재현하고 RMAN·Flashback으로 복구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물리 장애: 데이터파일(Case1)·전체(Case2)·블록(Case3) 3단계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논리 장애(Case4): 백업 복원 없이 Flashback으로 초 단위 복구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핵심 선행조건: 테이블스페이스 단위 격리 설계가 사전에 되어 있어야 함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General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복구 전략 일반론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장애 유형 분류 → 상황 연출 → 원인 분석 → 복구 → 결론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Media Failure(파일/블록 손상) vs User Error(실수) 구분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ARCHIVELOG 모드 + RMAN 정기 Full Backup이 복구의 전제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손상 범위가 좁을수록 무중단 복구 가능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Fixes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원본 가이드 수정 사항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우리 BO 스키마 기준 3곳 보정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문제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수정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모든 테이블이 기본 TS → 격리 시나리오 성립 안 함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ORDERS/INQUIRIES 전용 TS 분리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2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블록 손상 연출 방법 없음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ROWID로 파일·블록 특정 후 dd로 덮어쓰기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EMPLOYEES 전체 삭제는 FK로 즉시 실패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리프 테이블 CUST_CONTACTS로 교체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Setup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사전 준비 — 테이블스페이스 격리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ORDERS 파일만 내려도 다른 테이블 정상 서비스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table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3195148"/>
            <a:ext cx="5645288" cy="23384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293" y="1764296"/>
            <a:ext cx="4233966" cy="5200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TS_ORDERS·TS_INQUIRIES 생성 후 MOVE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인덱스 UNUSABLE → REBUILD, 통계 재수집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구조 변경 후 새 RMAN 베이스라인 필수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Case 1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ORDERS 데이터파일 유실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RMAN 온라인 무중단 복구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rm으로 파일 삭제 → SELECT 시 ORA-01116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격리 검증: CUSTOMERS·PRODUCTS는 정상 조회(다른 TS)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DATAFILE OFFLINE → RESTORE → RECOVER → ONLINE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복구 후 정상 조회 확인 (무중단)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Case 2·3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SYSTEM 파일 · 블록 손상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범위에 따라 중단/무중단 갈림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Case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장애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복구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SYSTEM 데이터파일 유실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STARTUP MOUNT→RESTORE/RECOVER DATAFILE 1→OPEN (중단)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3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INQUIRIES 블록 손상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ROWID로 특정 → BLOCKRECOVER (무중단, Open 유지)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Case 4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관리자 실수 — Flashback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초 단위 복구, UNDO 보존시간 제약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4A: CUST_CONTACTS 전체 DELETE → FLASHBACK TABLE ... TO TIMESTAMP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4B: CATEGORIES DROP → FLASHBACK TABLE ... TO BEFORE DROP (RECYCLEBIN)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공식 가이드도 User Error를 다운타임의 가장 흔한 원인으로 지목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UNDO_RETENTION 안에서 수행해야 복구 가능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Scope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장애 범위별 복구 요약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범위 좁을수록 무중단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recovery_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158009"/>
            <a:ext cx="10080872" cy="4412702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Conclusion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결론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격리 설계가 무중단 복구의 전제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블록 &lt; 파일 &lt; 전체 순으로 다운타임 증가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논리 장애는 Flashback으로 초 단위이나 UNDO 시간 제약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사고 전 테이블스페이스 격리 설계가 이번 Part의 핵심 교훈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PL/SQL 대량 데이터 배치 처리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/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0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1) 10만 건 주문 생성   2) 정합성·커밋 설계   3) 병목 분석 및 성능 개선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/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/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r>
              <a:rPr lang="en-US" altLang="ko-KR" sz="6000" dirty="0" smtClean="0">
                <a:solidFill>
                  <a:srgbClr val="2484C6"/>
                </a:solidFill>
                <a:latin typeface="다키 M Title" pitchFamily="2" charset="-127"/>
                <a:ea typeface="다키 M Title" pitchFamily="2" charset="-127"/>
              </a:rPr>
              <a:t>04</a:t>
            </a:r>
            <a:endParaRPr lang="ko-KR" altLang="en-US" sz="6000" dirty="0">
              <a:solidFill>
                <a:srgbClr val="2484C6"/>
              </a:solidFill>
              <a:latin typeface="다키 M Title" pitchFamily="2" charset="-127"/>
              <a:ea typeface="다키 M Title" pitchFamily="2" charset="-127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Overview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개요 &amp; 방법론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naive vs optimized 두 버전으로 병목 재현·제거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현재 시점 기준 10만 건 주문을 ORDERS·ORDER_ITEMS·SHIPMENTS에 생성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주문 1건 완료 시 Commit 요구사항은 양 버전 모두 유지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naive는 병목 재현용, optimized는 제거 가능한 비효율만 제거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Design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naive vs optimized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커밋 요구는 그대로, 조회 반복 비용만 제거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naive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optimized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채번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매 반복 MAX(ORDER_ID)+1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SEQUENCE CACHE (O(1))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유효 ID 선택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매 반복 랜덤 전체정렬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BULK COLLECT 배열 1회 적재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커밋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주문당 1커밋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주문당 1커밋(동일)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Integrity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정합성 보장 — 설계로 해결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검증 코드가 아니라 구조로 FK 위반 차단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CUSTOMERS·PRODUCTS·EMPLOYEES의 실제 존재 키만 배열로 적재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그 안에서만 랜덤 선택 → 잘못된 ID가 생성될 수 없는 구조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FK 제약(ORDER_ITEMS_R2 등)은 이중 안전망 역할만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Commit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커밋 설계 근거 — 업무 시나리오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은행 점검 후 순차 도착하는 승인 처리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자정~새벽 은행 점검으로 결제 승인이 밀림(약 10만 건)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점검 후 승인이 건별·순서대로 스트림으로 도착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승인 즉시 주문 1건 확정·커밋 → 배치 커밋으로 묶을 수 없음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즉 주문당 1커밋은 임의 스펙이 아니라 업무 구조가 요구하는 필연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Concept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컨텍스트 스위칭 관점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BULK COLLECT로 조회 반복의 전환 비용 제거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context_swi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042863"/>
            <a:ext cx="10080872" cy="4642995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Cleanup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반복 테스트 데이터 삭제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BATCH_RUN_LOG 구간으로 안전 삭제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실행마다 시작~종료 ORDER_ID 구간을 BATCH_RUN_LOG에 기록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자식→부모 순서(SHIPMENTS→ORDER_ITEMS→ORDERS)로 삭제 → FK 위반 방지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CLEANUP_BATCH_RUN(run_id) 프로시저로 특정 실행분만 정리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Bottleneck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병목 분석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제거 가능 2가지 vs 구조적 1가지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병목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성격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MAX(ORDER_ID)+1 매 반복 재조회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제거 가능(설계 결함)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2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ID를 매 반복 랜덤 전체정렬 조회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제거 가능(가장 큰 비용)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주문당 1커밋 (log file sync)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제거 불가(구조적)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Improve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개선 방안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채번·조회는 제거, 커밋은 완화만 검토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병목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개선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관련 개념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채번 재조회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SEQUENCE CACHE 1000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시퀀스 캐시·원자성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랜덤 전체정렬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BULK COLLECT 배열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집합적 처리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건별 커밋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요구사항상 제거 불가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Durability·log file sync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Result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성능 결과 (실측)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OPTIMIZED 100,000건 57초 · 건당 0.57ms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batch_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688767"/>
            <a:ext cx="5645288" cy="335118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293" y="1764296"/>
            <a:ext cx="4233966" cy="5200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건수 100배 증가에도 건당 처리시간 2.00→0.57ms 감소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이유: BULK COLLECT 고정 초기비용이 건수 많을수록 분산(amortize)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57초에도 주문당 1커밋(구조적 비용)은 여전히 포함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→ 제거 가능한 병목 2가지를 제거해 이론적 최선에 근접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Conclusion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결론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정합성=설계, 병목=제거 가능/불가 구분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정합성은 검증 코드가 아니라 "존재하는 키만 배열로 선택" 설계로 해결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병목을 제거 가능(채번·조회)과 구조적(건별 커밋)으로 구분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optimized는 후자를 유지한 채 전자만 제거한 최적화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Wrap-up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종합 결론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4개 Part를 관통하는 실무 교훈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스키마: 제약조건(PK/FK)이 업무 규칙을 드러냄 — 실측으로 검증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트랜잭션: 다중 테이블 갱신은 하나의 트랜잭션으로 묶어 정합성 보장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SQL 튜닝: 인덱스 효용은 워크로드(OLTP vs DSS)에 따라 다름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복구/배치: 사전 격리 설계와 병목의 구조적 구분이 핵심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다우색상">
      <a:dk1>
        <a:sysClr val="windowText" lastClr="000000"/>
      </a:dk1>
      <a:lt1>
        <a:srgbClr val="FFFFFF"/>
      </a:lt1>
      <a:dk2>
        <a:srgbClr val="323C46"/>
      </a:dk2>
      <a:lt2>
        <a:srgbClr val="FFFFFF"/>
      </a:lt2>
      <a:accent1>
        <a:srgbClr val="2482C8"/>
      </a:accent1>
      <a:accent2>
        <a:srgbClr val="005AAA"/>
      </a:accent2>
      <a:accent3>
        <a:srgbClr val="68AEE0"/>
      </a:accent3>
      <a:accent4>
        <a:srgbClr val="50646E"/>
      </a:accent4>
      <a:accent5>
        <a:srgbClr val="8C9398"/>
      </a:accent5>
      <a:accent6>
        <a:srgbClr val="B4BCBE"/>
      </a:accent6>
      <a:hlink>
        <a:srgbClr val="005AAA"/>
      </a:hlink>
      <a:folHlink>
        <a:srgbClr val="8C9398"/>
      </a:folHlink>
    </a:clrScheme>
    <a:fontScheme name="다우글꼴">
      <a:majorFont>
        <a:latin typeface="다키 M Title"/>
        <a:ea typeface="다키 L"/>
        <a:cs typeface=""/>
      </a:majorFont>
      <a:minorFont>
        <a:latin typeface="다키 M"/>
        <a:ea typeface="다키 L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</TotalTime>
  <Words>73</Words>
  <Application>Microsoft Office PowerPoint</Application>
  <PresentationFormat>사용자 지정</PresentationFormat>
  <Paragraphs>28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5</vt:i4>
      </vt:variant>
    </vt:vector>
  </HeadingPairs>
  <TitlesOfParts>
    <vt:vector size="15" baseType="lpstr">
      <vt:lpstr>다키 B</vt:lpstr>
      <vt:lpstr>다키 L</vt:lpstr>
      <vt:lpstr>다키 M</vt:lpstr>
      <vt:lpstr>다키 M Title</vt:lpstr>
      <vt:lpstr>맑은 고딕</vt:lpstr>
      <vt:lpstr>Arial</vt:lpstr>
      <vt:lpstr>Calibri</vt:lpstr>
      <vt:lpstr>Calibri Light</vt:lpstr>
      <vt:lpstr>Office 테마</vt:lpstr>
      <vt:lpstr>디자인 사용자 지정</vt:lpstr>
      <vt:lpstr>표지 부제목 입력</vt:lpstr>
      <vt:lpstr>Table of Contents</vt:lpstr>
      <vt:lpstr>간지 타이틀 입력</vt:lpstr>
      <vt:lpstr>PowerPoint 프레젠테이션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사용자</dc:creator>
  <cp:lastModifiedBy>DAOU</cp:lastModifiedBy>
  <cp:revision>121</cp:revision>
  <dcterms:created xsi:type="dcterms:W3CDTF">2018-09-10T06:50:11Z</dcterms:created>
  <dcterms:modified xsi:type="dcterms:W3CDTF">2026-07-07T10:38:47Z</dcterms:modified>
</cp:coreProperties>
</file>
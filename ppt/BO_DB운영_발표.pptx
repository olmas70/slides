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9" r:id="rId2"/>
  </p:sldMasterIdLst>
  <p:notesMasterIdLst>
    <p:notesMasterId r:id="rId8"/>
  </p:notesMasterIdLst>
  <p:sldIdLst>
    <p:sldId id="258" r:id="rId3"/>
    <p:sldId id="259" r:id="rId4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62" r:id="rId7"/>
  </p:sldIdLst>
  <p:sldSz cx="10693400" cy="7561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clrMode="gray"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84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63" d="100"/>
          <a:sy n="63" d="100"/>
        </p:scale>
        <p:origin x="326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543EC8-4E6D-46BD-944B-963EC29406E5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46188" y="1143000"/>
            <a:ext cx="43656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43497E-7C23-425D-9327-51260E98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42004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/>
          <p:cNvSpPr>
            <a:spLocks noGrp="1"/>
          </p:cNvSpPr>
          <p:nvPr>
            <p:ph type="ctrTitle" hasCustomPrompt="1"/>
          </p:nvPr>
        </p:nvSpPr>
        <p:spPr>
          <a:xfrm>
            <a:off x="1206241" y="2109140"/>
            <a:ext cx="7992889" cy="874575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5000">
                <a:solidFill>
                  <a:srgbClr val="2482C8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r>
              <a:rPr lang="ko-KR" altLang="en-US" dirty="0" smtClean="0"/>
              <a:t>표지 부제목 입력</a:t>
            </a:r>
            <a:endParaRPr lang="ko-KR" altLang="en-US" dirty="0"/>
          </a:p>
        </p:txBody>
      </p:sp>
      <p:sp>
        <p:nvSpPr>
          <p:cNvPr id="8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314252" y="5131746"/>
            <a:ext cx="2594426" cy="397930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1800">
                <a:solidFill>
                  <a:srgbClr val="9DA6AB"/>
                </a:solidFill>
                <a:latin typeface="다키 L" pitchFamily="2" charset="-127"/>
                <a:ea typeface="다키 L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 dirty="0" smtClean="0"/>
              <a:t>00 </a:t>
            </a:r>
            <a:r>
              <a:rPr lang="ko-KR" altLang="en-US" dirty="0" smtClean="0"/>
              <a:t>팀</a:t>
            </a:r>
            <a:endParaRPr lang="ko-KR" altLang="en-US" dirty="0"/>
          </a:p>
        </p:txBody>
      </p:sp>
      <p:sp>
        <p:nvSpPr>
          <p:cNvPr id="9" name="직사각형 8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Font typeface="Arial" panose="020B0604020202020204" pitchFamily="34" charset="0"/>
              <a:buNone/>
            </a:pPr>
            <a:endParaRPr lang="ko-KR" altLang="en-US"/>
          </a:p>
        </p:txBody>
      </p:sp>
      <p:cxnSp>
        <p:nvCxnSpPr>
          <p:cNvPr id="10" name="직선 연결선 9"/>
          <p:cNvCxnSpPr/>
          <p:nvPr userDrawn="1"/>
        </p:nvCxnSpPr>
        <p:spPr>
          <a:xfrm>
            <a:off x="1314252" y="4932759"/>
            <a:ext cx="2592288" cy="0"/>
          </a:xfrm>
          <a:prstGeom prst="line">
            <a:avLst/>
          </a:prstGeom>
          <a:ln>
            <a:solidFill>
              <a:srgbClr val="9DA6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/>
          <p:cNvCxnSpPr/>
          <p:nvPr userDrawn="1"/>
        </p:nvCxnSpPr>
        <p:spPr>
          <a:xfrm>
            <a:off x="1314252" y="6587727"/>
            <a:ext cx="2592288" cy="0"/>
          </a:xfrm>
          <a:prstGeom prst="line">
            <a:avLst/>
          </a:prstGeom>
          <a:ln>
            <a:solidFill>
              <a:srgbClr val="9DA6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811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텍스트 개체 틀 15"/>
          <p:cNvSpPr>
            <a:spLocks noGrp="1"/>
          </p:cNvSpPr>
          <p:nvPr>
            <p:ph type="body" sz="quarter" idx="10" hasCustomPrompt="1"/>
          </p:nvPr>
        </p:nvSpPr>
        <p:spPr>
          <a:xfrm>
            <a:off x="1206501" y="3064278"/>
            <a:ext cx="7993063" cy="1152878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323C46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pPr algn="l"/>
            <a:r>
              <a:rPr lang="ko-KR" altLang="en-US" sz="6000" dirty="0" smtClean="0">
                <a:solidFill>
                  <a:srgbClr val="323C46"/>
                </a:solidFill>
              </a:rPr>
              <a:t>타이틀을 입력해주세요</a:t>
            </a:r>
            <a:endParaRPr lang="ko-KR" altLang="en-US" sz="6000" dirty="0">
              <a:solidFill>
                <a:srgbClr val="323C46"/>
              </a:solidFill>
            </a:endParaRPr>
          </a:p>
        </p:txBody>
      </p:sp>
      <p:sp>
        <p:nvSpPr>
          <p:cNvPr id="14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1314252" y="5569517"/>
            <a:ext cx="2592288" cy="39715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>
                <a:solidFill>
                  <a:srgbClr val="9DA6AB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dirty="0" smtClean="0"/>
              <a:t>홍길동</a:t>
            </a:r>
            <a:endParaRPr lang="en-US" altLang="ko-KR" dirty="0" smtClean="0"/>
          </a:p>
        </p:txBody>
      </p:sp>
      <p:sp>
        <p:nvSpPr>
          <p:cNvPr id="15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1314787" y="6006851"/>
            <a:ext cx="2593899" cy="398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rgbClr val="9DA6AB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en-US" altLang="ko-KR" dirty="0" smtClean="0"/>
              <a:t>2022.00.00</a:t>
            </a:r>
          </a:p>
        </p:txBody>
      </p:sp>
    </p:spTree>
    <p:extLst>
      <p:ext uri="{BB962C8B-B14F-4D97-AF65-F5344CB8AC3E}">
        <p14:creationId xmlns:p14="http://schemas.microsoft.com/office/powerpoint/2010/main" val="23463909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bg>
      <p:bgPr>
        <a:solidFill>
          <a:srgbClr val="2484C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/>
          <p:cNvSpPr>
            <a:spLocks noGrp="1"/>
          </p:cNvSpPr>
          <p:nvPr>
            <p:ph type="ctrTitle" hasCustomPrompt="1"/>
          </p:nvPr>
        </p:nvSpPr>
        <p:spPr>
          <a:xfrm>
            <a:off x="1206241" y="2109140"/>
            <a:ext cx="7992889" cy="874575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5000">
                <a:solidFill>
                  <a:srgbClr val="323C46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r>
              <a:rPr lang="ko-KR" altLang="en-US" dirty="0" smtClean="0"/>
              <a:t>표지 부제목 입력</a:t>
            </a:r>
            <a:endParaRPr lang="ko-KR" altLang="en-US" dirty="0"/>
          </a:p>
        </p:txBody>
      </p:sp>
      <p:sp>
        <p:nvSpPr>
          <p:cNvPr id="17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314252" y="5132962"/>
            <a:ext cx="2594426" cy="397930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1800">
                <a:solidFill>
                  <a:srgbClr val="D8E2E7"/>
                </a:solidFill>
                <a:latin typeface="다키 L" pitchFamily="2" charset="-127"/>
                <a:ea typeface="다키 L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 dirty="0" smtClean="0"/>
              <a:t>00 </a:t>
            </a:r>
            <a:r>
              <a:rPr lang="ko-KR" altLang="en-US" dirty="0" smtClean="0"/>
              <a:t>팀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Font typeface="Arial" panose="020B0604020202020204" pitchFamily="34" charset="0"/>
              <a:buNone/>
            </a:pPr>
            <a:endParaRPr lang="ko-KR" altLang="en-US"/>
          </a:p>
        </p:txBody>
      </p:sp>
      <p:cxnSp>
        <p:nvCxnSpPr>
          <p:cNvPr id="19" name="직선 연결선 18"/>
          <p:cNvCxnSpPr/>
          <p:nvPr userDrawn="1"/>
        </p:nvCxnSpPr>
        <p:spPr>
          <a:xfrm>
            <a:off x="1314252" y="4933975"/>
            <a:ext cx="2592288" cy="0"/>
          </a:xfrm>
          <a:prstGeom prst="line">
            <a:avLst/>
          </a:prstGeom>
          <a:ln>
            <a:solidFill>
              <a:srgbClr val="D8E2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1314252" y="6588943"/>
            <a:ext cx="2592288" cy="0"/>
          </a:xfrm>
          <a:prstGeom prst="line">
            <a:avLst/>
          </a:prstGeom>
          <a:ln>
            <a:solidFill>
              <a:srgbClr val="D8E2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1314252" y="5570733"/>
            <a:ext cx="2592288" cy="39715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>
                <a:solidFill>
                  <a:srgbClr val="D8E2E7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dirty="0" smtClean="0"/>
              <a:t>홍길동</a:t>
            </a:r>
            <a:endParaRPr lang="en-US" altLang="ko-KR" dirty="0" smtClean="0"/>
          </a:p>
        </p:txBody>
      </p:sp>
      <p:sp>
        <p:nvSpPr>
          <p:cNvPr id="22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1314787" y="6008067"/>
            <a:ext cx="2593899" cy="398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rgbClr val="D8E2E7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en-US" altLang="ko-KR" dirty="0" smtClean="0"/>
              <a:t>2022.00.00</a:t>
            </a:r>
          </a:p>
        </p:txBody>
      </p:sp>
      <p:pic>
        <p:nvPicPr>
          <p:cNvPr id="23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049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텍스트 개체 틀 4"/>
          <p:cNvSpPr>
            <a:spLocks noGrp="1"/>
          </p:cNvSpPr>
          <p:nvPr>
            <p:ph type="body" sz="quarter" idx="13" hasCustomPrompt="1"/>
          </p:nvPr>
        </p:nvSpPr>
        <p:spPr>
          <a:xfrm>
            <a:off x="1206501" y="2984848"/>
            <a:ext cx="7993063" cy="14722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>
                <a:solidFill>
                  <a:schemeClr val="bg1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pPr lvl="0"/>
            <a:r>
              <a:rPr lang="ko-KR" altLang="en-US" dirty="0" smtClean="0"/>
              <a:t>타이틀을 입력해주세요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51851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/>
          <p:cNvSpPr>
            <a:spLocks noGrp="1"/>
          </p:cNvSpPr>
          <p:nvPr>
            <p:ph type="title" hasCustomPrompt="1"/>
          </p:nvPr>
        </p:nvSpPr>
        <p:spPr>
          <a:xfrm>
            <a:off x="1242244" y="1949950"/>
            <a:ext cx="3276364" cy="2785819"/>
          </a:xfrm>
          <a:prstGeom prst="rect">
            <a:avLst/>
          </a:prstGeom>
        </p:spPr>
        <p:txBody>
          <a:bodyPr/>
          <a:lstStyle>
            <a:lvl1pPr algn="l">
              <a:defRPr sz="5400">
                <a:solidFill>
                  <a:srgbClr val="2482C8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en-US" altLang="ko-KR" dirty="0" smtClean="0"/>
              <a:t>Table </a:t>
            </a:r>
            <a:br>
              <a:rPr lang="en-US" altLang="ko-KR" dirty="0" smtClean="0"/>
            </a:br>
            <a:r>
              <a:rPr lang="en-US" altLang="ko-KR" dirty="0" smtClean="0"/>
              <a:t>of </a:t>
            </a:r>
            <a:br>
              <a:rPr lang="en-US" altLang="ko-KR" dirty="0" smtClean="0"/>
            </a:br>
            <a:r>
              <a:rPr lang="en-US" altLang="ko-KR" dirty="0" smtClean="0"/>
              <a:t>contents</a:t>
            </a:r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텍스트 개체 틀 19"/>
          <p:cNvSpPr>
            <a:spLocks noGrp="1"/>
          </p:cNvSpPr>
          <p:nvPr>
            <p:ph type="body" sz="quarter" idx="10" hasCustomPrompt="1"/>
          </p:nvPr>
        </p:nvSpPr>
        <p:spPr>
          <a:xfrm>
            <a:off x="5202685" y="1612738"/>
            <a:ext cx="792088" cy="582925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4000">
                <a:solidFill>
                  <a:srgbClr val="2482C8"/>
                </a:solidFill>
                <a:latin typeface="다키 M" pitchFamily="2" charset="-127"/>
                <a:ea typeface="다키 M" pitchFamily="2" charset="-127"/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3600" dirty="0" smtClean="0"/>
              <a:t>01</a:t>
            </a:r>
          </a:p>
          <a:p>
            <a:pPr>
              <a:lnSpc>
                <a:spcPct val="150000"/>
              </a:lnSpc>
            </a:pPr>
            <a:r>
              <a:rPr lang="en-US" altLang="ko-KR" sz="3600" dirty="0" smtClean="0"/>
              <a:t>02</a:t>
            </a:r>
          </a:p>
          <a:p>
            <a:pPr>
              <a:lnSpc>
                <a:spcPct val="150000"/>
              </a:lnSpc>
            </a:pPr>
            <a:r>
              <a:rPr lang="en-US" altLang="ko-KR" sz="3600" dirty="0" smtClean="0"/>
              <a:t>03</a:t>
            </a:r>
          </a:p>
          <a:p>
            <a:pPr>
              <a:lnSpc>
                <a:spcPct val="150000"/>
              </a:lnSpc>
            </a:pPr>
            <a:r>
              <a:rPr lang="en-US" altLang="ko-KR" sz="3600" dirty="0" smtClean="0"/>
              <a:t>04</a:t>
            </a:r>
            <a:endParaRPr lang="ko-KR" altLang="en-US" sz="4200" dirty="0"/>
          </a:p>
        </p:txBody>
      </p:sp>
      <p:sp>
        <p:nvSpPr>
          <p:cNvPr id="10" name="텍스트 개체 틀 25"/>
          <p:cNvSpPr>
            <a:spLocks noGrp="1"/>
          </p:cNvSpPr>
          <p:nvPr>
            <p:ph type="body" sz="quarter" idx="13" hasCustomPrompt="1"/>
          </p:nvPr>
        </p:nvSpPr>
        <p:spPr>
          <a:xfrm>
            <a:off x="5994773" y="2347925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11" name="텍스트 개체 틀 27"/>
          <p:cNvSpPr>
            <a:spLocks noGrp="1"/>
          </p:cNvSpPr>
          <p:nvPr>
            <p:ph type="body" sz="quarter" idx="14" hasCustomPrompt="1"/>
          </p:nvPr>
        </p:nvSpPr>
        <p:spPr>
          <a:xfrm>
            <a:off x="5994773" y="1949951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pic>
        <p:nvPicPr>
          <p:cNvPr id="12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049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텍스트 개체 틀 25"/>
          <p:cNvSpPr>
            <a:spLocks noGrp="1"/>
          </p:cNvSpPr>
          <p:nvPr>
            <p:ph type="body" sz="quarter" idx="15" hasCustomPrompt="1"/>
          </p:nvPr>
        </p:nvSpPr>
        <p:spPr>
          <a:xfrm>
            <a:off x="5994773" y="3382657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14" name="텍스트 개체 틀 27"/>
          <p:cNvSpPr>
            <a:spLocks noGrp="1"/>
          </p:cNvSpPr>
          <p:nvPr>
            <p:ph type="body" sz="quarter" idx="16" hasCustomPrompt="1"/>
          </p:nvPr>
        </p:nvSpPr>
        <p:spPr>
          <a:xfrm>
            <a:off x="5994773" y="2984683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15" name="텍스트 개체 틀 25"/>
          <p:cNvSpPr>
            <a:spLocks noGrp="1"/>
          </p:cNvSpPr>
          <p:nvPr>
            <p:ph type="body" sz="quarter" idx="17" hasCustomPrompt="1"/>
          </p:nvPr>
        </p:nvSpPr>
        <p:spPr>
          <a:xfrm>
            <a:off x="5994773" y="4417390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16" name="텍스트 개체 틀 27"/>
          <p:cNvSpPr>
            <a:spLocks noGrp="1"/>
          </p:cNvSpPr>
          <p:nvPr>
            <p:ph type="body" sz="quarter" idx="18" hasCustomPrompt="1"/>
          </p:nvPr>
        </p:nvSpPr>
        <p:spPr>
          <a:xfrm>
            <a:off x="5994773" y="4019416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17" name="텍스트 개체 틀 25"/>
          <p:cNvSpPr>
            <a:spLocks noGrp="1"/>
          </p:cNvSpPr>
          <p:nvPr>
            <p:ph type="body" sz="quarter" idx="19" hasCustomPrompt="1"/>
          </p:nvPr>
        </p:nvSpPr>
        <p:spPr>
          <a:xfrm>
            <a:off x="5994773" y="5452123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18" name="텍스트 개체 틀 27"/>
          <p:cNvSpPr>
            <a:spLocks noGrp="1"/>
          </p:cNvSpPr>
          <p:nvPr>
            <p:ph type="body" sz="quarter" idx="20" hasCustomPrompt="1"/>
          </p:nvPr>
        </p:nvSpPr>
        <p:spPr>
          <a:xfrm>
            <a:off x="5994773" y="5054149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3189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>
            <a:spLocks noGrp="1"/>
          </p:cNvSpPr>
          <p:nvPr>
            <p:ph type="title" hasCustomPrompt="1"/>
          </p:nvPr>
        </p:nvSpPr>
        <p:spPr>
          <a:xfrm>
            <a:off x="1206240" y="2188735"/>
            <a:ext cx="4991732" cy="1989871"/>
          </a:xfrm>
          <a:prstGeom prst="rect">
            <a:avLst/>
          </a:prstGeom>
        </p:spPr>
        <p:txBody>
          <a:bodyPr/>
          <a:lstStyle>
            <a:lvl1pPr algn="l">
              <a:defRPr sz="4800" baseline="0">
                <a:solidFill>
                  <a:srgbClr val="323C46"/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r>
              <a:rPr lang="ko-KR" altLang="en-US" dirty="0" smtClean="0"/>
              <a:t>간지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타이틀 입력</a:t>
            </a:r>
            <a:endParaRPr lang="ko-KR" altLang="en-US" dirty="0"/>
          </a:p>
        </p:txBody>
      </p:sp>
      <p:sp>
        <p:nvSpPr>
          <p:cNvPr id="9" name="텍스트 개체 틀 9"/>
          <p:cNvSpPr>
            <a:spLocks noGrp="1"/>
          </p:cNvSpPr>
          <p:nvPr>
            <p:ph type="body" sz="quarter" idx="10" hasCustomPrompt="1"/>
          </p:nvPr>
        </p:nvSpPr>
        <p:spPr>
          <a:xfrm>
            <a:off x="1206240" y="4695739"/>
            <a:ext cx="4991100" cy="206886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9DA6AB"/>
                </a:solidFill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2000" dirty="0" smtClean="0">
                <a:latin typeface="다키 M" pitchFamily="2" charset="-127"/>
                <a:ea typeface="다키 M" pitchFamily="2" charset="-127"/>
              </a:rPr>
              <a:t>1) </a:t>
            </a:r>
            <a:r>
              <a:rPr lang="ko-KR" altLang="en-US" sz="2000" dirty="0" smtClean="0">
                <a:latin typeface="다키 M" pitchFamily="2" charset="-127"/>
                <a:ea typeface="다키 M" pitchFamily="2" charset="-127"/>
              </a:rPr>
              <a:t>소제목 입력</a:t>
            </a:r>
            <a:endParaRPr lang="en-US" altLang="ko-KR" sz="2000" dirty="0" smtClean="0">
              <a:latin typeface="다키 M" pitchFamily="2" charset="-127"/>
              <a:ea typeface="다키 M" pitchFamily="2" charset="-127"/>
            </a:endParaRPr>
          </a:p>
        </p:txBody>
      </p:sp>
      <p:sp>
        <p:nvSpPr>
          <p:cNvPr id="10" name="직사각형 9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Font typeface="Arial" panose="020B0604020202020204" pitchFamily="34" charset="0"/>
              <a:buNone/>
            </a:pPr>
            <a:endParaRPr lang="ko-KR" altLang="en-US"/>
          </a:p>
        </p:txBody>
      </p:sp>
      <p:sp>
        <p:nvSpPr>
          <p:cNvPr id="11" name="직사각형 10"/>
          <p:cNvSpPr/>
          <p:nvPr userDrawn="1"/>
        </p:nvSpPr>
        <p:spPr>
          <a:xfrm>
            <a:off x="6786860" y="1"/>
            <a:ext cx="3906540" cy="7561263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1736994" y="437650"/>
            <a:ext cx="1152525" cy="10335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>
                <a:solidFill>
                  <a:schemeClr val="bg1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pPr lvl="0"/>
            <a:r>
              <a:rPr lang="en-US" altLang="ko-KR" dirty="0" smtClean="0"/>
              <a:t>01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351263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사용자 지정 레이아웃">
    <p:bg>
      <p:bgPr>
        <a:solidFill>
          <a:srgbClr val="2484C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>
            <a:spLocks noGrp="1"/>
          </p:cNvSpPr>
          <p:nvPr>
            <p:ph type="title" hasCustomPrompt="1"/>
          </p:nvPr>
        </p:nvSpPr>
        <p:spPr>
          <a:xfrm>
            <a:off x="1206240" y="2188735"/>
            <a:ext cx="4991732" cy="198987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 sz="6000">
                <a:solidFill>
                  <a:schemeClr val="bg1"/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r>
              <a:rPr lang="ko-KR" altLang="en-US" dirty="0" smtClean="0"/>
              <a:t>간지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타이틀 입력</a:t>
            </a:r>
            <a:endParaRPr lang="ko-KR" altLang="en-US" dirty="0"/>
          </a:p>
        </p:txBody>
      </p:sp>
      <p:sp>
        <p:nvSpPr>
          <p:cNvPr id="11" name="직사각형 10"/>
          <p:cNvSpPr/>
          <p:nvPr userDrawn="1"/>
        </p:nvSpPr>
        <p:spPr>
          <a:xfrm>
            <a:off x="6786860" y="1"/>
            <a:ext cx="3906540" cy="75612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텍스트 개체 틀 9"/>
          <p:cNvSpPr>
            <a:spLocks noGrp="1"/>
          </p:cNvSpPr>
          <p:nvPr>
            <p:ph type="body" sz="quarter" idx="10" hasCustomPrompt="1"/>
          </p:nvPr>
        </p:nvSpPr>
        <p:spPr>
          <a:xfrm>
            <a:off x="1170236" y="4716000"/>
            <a:ext cx="4991100" cy="1872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1800">
                <a:solidFill>
                  <a:srgbClr val="D8E2E7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2000" dirty="0" smtClean="0">
                <a:latin typeface="다키 M" pitchFamily="2" charset="-127"/>
                <a:ea typeface="다키 M" pitchFamily="2" charset="-127"/>
              </a:rPr>
              <a:t>1) </a:t>
            </a:r>
            <a:r>
              <a:rPr lang="ko-KR" altLang="en-US" sz="2000" dirty="0" smtClean="0">
                <a:latin typeface="다키 M" pitchFamily="2" charset="-127"/>
                <a:ea typeface="다키 M" pitchFamily="2" charset="-127"/>
              </a:rPr>
              <a:t>소제목 입력</a:t>
            </a:r>
            <a:endParaRPr lang="en-US" altLang="ko-KR" sz="2000" dirty="0" smtClean="0">
              <a:latin typeface="다키 M" pitchFamily="2" charset="-127"/>
              <a:ea typeface="다키 M" pitchFamily="2" charset="-127"/>
            </a:endParaRPr>
          </a:p>
        </p:txBody>
      </p:sp>
      <p:sp>
        <p:nvSpPr>
          <p:cNvPr id="14" name="텍스트 개체 틀 11"/>
          <p:cNvSpPr>
            <a:spLocks noGrp="1"/>
          </p:cNvSpPr>
          <p:nvPr>
            <p:ph type="body" sz="quarter" idx="11" hasCustomPrompt="1"/>
          </p:nvPr>
        </p:nvSpPr>
        <p:spPr>
          <a:xfrm>
            <a:off x="1775889" y="366745"/>
            <a:ext cx="1074737" cy="84930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</a:lstStyle>
          <a:p>
            <a:pPr algn="ctr"/>
            <a:r>
              <a:rPr lang="en-US" altLang="ko-KR" sz="6000" dirty="0" smtClean="0">
                <a:solidFill>
                  <a:srgbClr val="2482C8"/>
                </a:solidFill>
                <a:latin typeface="다키 M Title" pitchFamily="2" charset="-127"/>
                <a:ea typeface="다키 M Title" pitchFamily="2" charset="-127"/>
              </a:rPr>
              <a:t>01</a:t>
            </a:r>
            <a:endParaRPr lang="ko-KR" altLang="en-US" sz="6000" dirty="0">
              <a:solidFill>
                <a:srgbClr val="2482C8"/>
              </a:solidFill>
              <a:latin typeface="다키 M Title" pitchFamily="2" charset="-127"/>
              <a:ea typeface="다키 M Title" pitchFamily="2" charset="-127"/>
            </a:endParaRPr>
          </a:p>
        </p:txBody>
      </p:sp>
      <p:cxnSp>
        <p:nvCxnSpPr>
          <p:cNvPr id="15" name="직선 연결선 14"/>
          <p:cNvCxnSpPr/>
          <p:nvPr userDrawn="1"/>
        </p:nvCxnSpPr>
        <p:spPr>
          <a:xfrm>
            <a:off x="1314252" y="4716734"/>
            <a:ext cx="3384376" cy="0"/>
          </a:xfrm>
          <a:prstGeom prst="line">
            <a:avLst/>
          </a:prstGeom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/>
          <p:cNvCxnSpPr/>
          <p:nvPr userDrawn="1"/>
        </p:nvCxnSpPr>
        <p:spPr>
          <a:xfrm>
            <a:off x="1314252" y="6588942"/>
            <a:ext cx="3384376" cy="0"/>
          </a:xfrm>
          <a:prstGeom prst="line">
            <a:avLst/>
          </a:prstGeom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6163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 txBox="1">
            <a:spLocks/>
          </p:cNvSpPr>
          <p:nvPr userDrawn="1"/>
        </p:nvSpPr>
        <p:spPr>
          <a:xfrm>
            <a:off x="4680165" y="7243007"/>
            <a:ext cx="1333071" cy="3098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rgbClr val="D8E2E7"/>
                </a:solidFill>
                <a:latin typeface="다키 M" pitchFamily="2" charset="-127"/>
                <a:ea typeface="다키 M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A1A8922-F2AB-460F-B06D-814BB823FF16}" type="slidenum">
              <a:rPr lang="ko-KR" altLang="en-US" smtClean="0">
                <a:solidFill>
                  <a:srgbClr val="9DA6AB"/>
                </a:solidFill>
              </a:rPr>
              <a:pPr/>
              <a:t>‹#›</a:t>
            </a:fld>
            <a:r>
              <a:rPr lang="en-US" altLang="ko-KR" dirty="0" smtClean="0">
                <a:solidFill>
                  <a:srgbClr val="9DA6AB"/>
                </a:solidFill>
              </a:rPr>
              <a:t>/x</a:t>
            </a:r>
            <a:endParaRPr lang="ko-KR" altLang="en-US" dirty="0">
              <a:solidFill>
                <a:srgbClr val="9DA6AB"/>
              </a:solidFill>
            </a:endParaRPr>
          </a:p>
        </p:txBody>
      </p:sp>
      <p:sp>
        <p:nvSpPr>
          <p:cNvPr id="7" name="내용 개체 틀 2"/>
          <p:cNvSpPr>
            <a:spLocks noGrp="1"/>
          </p:cNvSpPr>
          <p:nvPr>
            <p:ph idx="13"/>
          </p:nvPr>
        </p:nvSpPr>
        <p:spPr>
          <a:xfrm>
            <a:off x="306388" y="1764296"/>
            <a:ext cx="10080872" cy="52001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rgbClr val="323C46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pPr lvl="0"/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0" y="250567"/>
            <a:ext cx="180000" cy="955138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/>
          <p:cNvSpPr/>
          <p:nvPr userDrawn="1"/>
        </p:nvSpPr>
        <p:spPr>
          <a:xfrm>
            <a:off x="10627226" y="250567"/>
            <a:ext cx="66175" cy="397974"/>
          </a:xfrm>
          <a:prstGeom prst="rect">
            <a:avLst/>
          </a:prstGeom>
          <a:solidFill>
            <a:srgbClr val="9DA6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텍스트 개체 틀 15"/>
          <p:cNvSpPr>
            <a:spLocks noGrp="1"/>
          </p:cNvSpPr>
          <p:nvPr>
            <p:ph type="body" sz="quarter" idx="10" hasCustomPrompt="1"/>
          </p:nvPr>
        </p:nvSpPr>
        <p:spPr>
          <a:xfrm>
            <a:off x="8343899" y="250567"/>
            <a:ext cx="226853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rgbClr val="9DA6AB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pPr algn="r"/>
            <a:r>
              <a:rPr lang="en-US" altLang="ko-KR" sz="1600" dirty="0" smtClean="0">
                <a:solidFill>
                  <a:srgbClr val="9DA6AB"/>
                </a:solidFill>
              </a:rPr>
              <a:t>Large</a:t>
            </a:r>
            <a:r>
              <a:rPr lang="en-US" altLang="ko-KR" sz="1600" baseline="0" dirty="0" smtClean="0">
                <a:solidFill>
                  <a:srgbClr val="9DA6AB"/>
                </a:solidFill>
              </a:rPr>
              <a:t> title </a:t>
            </a:r>
            <a:r>
              <a:rPr lang="ko-KR" altLang="en-US" sz="1600" dirty="0" smtClean="0">
                <a:solidFill>
                  <a:srgbClr val="9DA6AB"/>
                </a:solidFill>
              </a:rPr>
              <a:t>입력</a:t>
            </a:r>
            <a:endParaRPr lang="ko-KR" altLang="en-US" sz="1600" dirty="0">
              <a:solidFill>
                <a:srgbClr val="9DA6AB"/>
              </a:solidFill>
            </a:endParaRPr>
          </a:p>
        </p:txBody>
      </p:sp>
      <p:sp>
        <p:nvSpPr>
          <p:cNvPr id="11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234132" y="238662"/>
            <a:ext cx="7956884" cy="63697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rgbClr val="2482C8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dirty="0" smtClean="0"/>
              <a:t>타이틀을 입력하세요</a:t>
            </a:r>
            <a:endParaRPr lang="ko-KR" altLang="en-US" dirty="0"/>
          </a:p>
        </p:txBody>
      </p:sp>
      <p:sp>
        <p:nvSpPr>
          <p:cNvPr id="12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234132" y="835733"/>
            <a:ext cx="7956884" cy="640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en-US" altLang="ko-KR" sz="1600" dirty="0" smtClean="0">
                <a:solidFill>
                  <a:srgbClr val="50646E"/>
                </a:solidFill>
              </a:rPr>
              <a:t>summary</a:t>
            </a:r>
            <a:r>
              <a:rPr lang="ko-KR" altLang="en-US" sz="1600" dirty="0" smtClean="0">
                <a:solidFill>
                  <a:srgbClr val="50646E"/>
                </a:solidFill>
              </a:rPr>
              <a:t>를 입력하세요</a:t>
            </a:r>
            <a:r>
              <a:rPr lang="en-US" altLang="ko-KR" sz="1600" dirty="0" smtClean="0">
                <a:solidFill>
                  <a:srgbClr val="50646E"/>
                </a:solidFill>
              </a:rPr>
              <a:t>.</a:t>
            </a:r>
          </a:p>
          <a:p>
            <a:r>
              <a:rPr lang="ko-KR" altLang="en-US" sz="1600" dirty="0" smtClean="0">
                <a:solidFill>
                  <a:srgbClr val="50646E"/>
                </a:solidFill>
              </a:rPr>
              <a:t>최대 </a:t>
            </a:r>
            <a:r>
              <a:rPr lang="ko-KR" altLang="en-US" sz="1600" dirty="0" err="1" smtClean="0">
                <a:solidFill>
                  <a:srgbClr val="50646E"/>
                </a:solidFill>
              </a:rPr>
              <a:t>두줄까지</a:t>
            </a:r>
            <a:r>
              <a:rPr lang="ko-KR" altLang="en-US" sz="1600" dirty="0" smtClean="0">
                <a:solidFill>
                  <a:srgbClr val="50646E"/>
                </a:solidFill>
              </a:rPr>
              <a:t> 입력이 가능합니다</a:t>
            </a:r>
            <a:r>
              <a:rPr lang="en-US" altLang="ko-KR" sz="1600" dirty="0" smtClean="0">
                <a:solidFill>
                  <a:srgbClr val="50646E"/>
                </a:solidFill>
              </a:rPr>
              <a:t>.</a:t>
            </a:r>
            <a:endParaRPr lang="ko-KR" altLang="en-US" sz="1600" dirty="0">
              <a:solidFill>
                <a:srgbClr val="50646E"/>
              </a:solidFill>
            </a:endParaRPr>
          </a:p>
        </p:txBody>
      </p:sp>
      <p:pic>
        <p:nvPicPr>
          <p:cNvPr id="13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75200" y="7315201"/>
            <a:ext cx="911543" cy="115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816614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화면">
    <p:bg>
      <p:bgPr>
        <a:solidFill>
          <a:srgbClr val="2484C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1242244" y="2268330"/>
            <a:ext cx="7812868" cy="2029668"/>
          </a:xfrm>
          <a:prstGeom prst="rect">
            <a:avLst/>
          </a:prstGeom>
        </p:spPr>
        <p:txBody>
          <a:bodyPr/>
          <a:lstStyle>
            <a:lvl1pPr>
              <a:defRPr sz="10000" baseline="0">
                <a:solidFill>
                  <a:schemeClr val="bg1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r>
              <a:rPr lang="en-US" altLang="ko-KR" dirty="0" smtClean="0"/>
              <a:t>THANK YOU</a:t>
            </a:r>
            <a:endParaRPr lang="ko-KR" altLang="en-US" dirty="0"/>
          </a:p>
        </p:txBody>
      </p:sp>
      <p:sp>
        <p:nvSpPr>
          <p:cNvPr id="6" name="직사각형 5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811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242244" y="5065766"/>
            <a:ext cx="2594426" cy="39793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>
                <a:solidFill>
                  <a:schemeClr val="bg1"/>
                </a:solidFill>
                <a:latin typeface="다키 L" pitchFamily="2" charset="-127"/>
                <a:ea typeface="다키 L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 dirty="0" smtClean="0"/>
              <a:t>00 </a:t>
            </a:r>
            <a:r>
              <a:rPr lang="ko-KR" altLang="en-US" dirty="0" smtClean="0"/>
              <a:t>팀</a:t>
            </a:r>
            <a:endParaRPr lang="ko-KR" altLang="en-US" dirty="0"/>
          </a:p>
        </p:txBody>
      </p:sp>
      <p:sp>
        <p:nvSpPr>
          <p:cNvPr id="9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1242244" y="5503537"/>
            <a:ext cx="2592288" cy="39715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>
                <a:solidFill>
                  <a:schemeClr val="bg1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dirty="0" smtClean="0"/>
              <a:t>담당자 </a:t>
            </a:r>
            <a:r>
              <a:rPr lang="en-US" altLang="ko-KR" dirty="0" smtClean="0"/>
              <a:t>: </a:t>
            </a:r>
            <a:r>
              <a:rPr lang="ko-KR" altLang="en-US" dirty="0" smtClean="0"/>
              <a:t>홍길동</a:t>
            </a:r>
            <a:endParaRPr lang="en-US" altLang="ko-KR" dirty="0" smtClean="0"/>
          </a:p>
        </p:txBody>
      </p:sp>
      <p:sp>
        <p:nvSpPr>
          <p:cNvPr id="10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1242779" y="5940871"/>
            <a:ext cx="2593899" cy="398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dirty="0" smtClean="0"/>
              <a:t>연락처 </a:t>
            </a:r>
            <a:r>
              <a:rPr lang="en-US" altLang="ko-KR" dirty="0" smtClean="0"/>
              <a:t>: 070 0000 0000</a:t>
            </a:r>
          </a:p>
        </p:txBody>
      </p:sp>
    </p:spTree>
    <p:extLst>
      <p:ext uri="{BB962C8B-B14F-4D97-AF65-F5344CB8AC3E}">
        <p14:creationId xmlns:p14="http://schemas.microsoft.com/office/powerpoint/2010/main" val="3685864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564" y="504084"/>
            <a:ext cx="3448900" cy="1764295"/>
          </a:xfrm>
        </p:spPr>
        <p:txBody>
          <a:bodyPr anchor="b"/>
          <a:lstStyle>
            <a:lvl1pPr>
              <a:defRPr sz="352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6088" y="1088683"/>
            <a:ext cx="5413534" cy="5373398"/>
          </a:xfrm>
        </p:spPr>
        <p:txBody>
          <a:bodyPr/>
          <a:lstStyle>
            <a:lvl1pPr>
              <a:defRPr sz="3528"/>
            </a:lvl1pPr>
            <a:lvl2pPr>
              <a:defRPr sz="3087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564" y="2268379"/>
            <a:ext cx="3448900" cy="4202453"/>
          </a:xfrm>
        </p:spPr>
        <p:txBody>
          <a:bodyPr/>
          <a:lstStyle>
            <a:lvl1pPr marL="0" indent="0">
              <a:buNone/>
              <a:defRPr sz="1764"/>
            </a:lvl1pPr>
            <a:lvl2pPr marL="504063" indent="0">
              <a:buNone/>
              <a:defRPr sz="1544"/>
            </a:lvl2pPr>
            <a:lvl3pPr marL="1008126" indent="0">
              <a:buNone/>
              <a:defRPr sz="1323"/>
            </a:lvl3pPr>
            <a:lvl4pPr marL="1512189" indent="0">
              <a:buNone/>
              <a:defRPr sz="1103"/>
            </a:lvl4pPr>
            <a:lvl5pPr marL="2016252" indent="0">
              <a:buNone/>
              <a:defRPr sz="1103"/>
            </a:lvl5pPr>
            <a:lvl6pPr marL="2520315" indent="0">
              <a:buNone/>
              <a:defRPr sz="1103"/>
            </a:lvl6pPr>
            <a:lvl7pPr marL="3024378" indent="0">
              <a:buNone/>
              <a:defRPr sz="1103"/>
            </a:lvl7pPr>
            <a:lvl8pPr marL="3528441" indent="0">
              <a:buNone/>
              <a:defRPr sz="1103"/>
            </a:lvl8pPr>
            <a:lvl9pPr marL="4032504" indent="0">
              <a:buNone/>
              <a:defRPr sz="1103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6BF97-55BE-41D7-A5BB-0D02BD7B0503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26812A-A0EF-4881-B62C-6E922A4382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26703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hasCustomPrompt="1"/>
          </p:nvPr>
        </p:nvSpPr>
        <p:spPr>
          <a:xfrm>
            <a:off x="1206241" y="2109140"/>
            <a:ext cx="7992889" cy="874575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5000">
                <a:solidFill>
                  <a:srgbClr val="2482C8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r>
              <a:rPr lang="ko-KR" altLang="en-US" dirty="0" smtClean="0"/>
              <a:t>표지 부제목 입력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314252" y="5131746"/>
            <a:ext cx="2594426" cy="397930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1800">
                <a:solidFill>
                  <a:srgbClr val="9DA6AB"/>
                </a:solidFill>
                <a:latin typeface="다키 B" pitchFamily="2" charset="-127"/>
                <a:ea typeface="다키 B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 dirty="0" smtClean="0"/>
              <a:t>00 </a:t>
            </a:r>
            <a:r>
              <a:rPr lang="ko-KR" altLang="en-US" dirty="0" smtClean="0"/>
              <a:t>팀</a:t>
            </a:r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Font typeface="Arial" panose="020B0604020202020204" pitchFamily="34" charset="0"/>
              <a:buNone/>
            </a:pPr>
            <a:endParaRPr lang="ko-KR" altLang="en-US"/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1314252" y="4932759"/>
            <a:ext cx="2592288" cy="0"/>
          </a:xfrm>
          <a:prstGeom prst="line">
            <a:avLst/>
          </a:prstGeom>
          <a:ln>
            <a:solidFill>
              <a:srgbClr val="9DA6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/>
          <p:cNvCxnSpPr/>
          <p:nvPr userDrawn="1"/>
        </p:nvCxnSpPr>
        <p:spPr>
          <a:xfrm>
            <a:off x="1314252" y="6587727"/>
            <a:ext cx="2592288" cy="0"/>
          </a:xfrm>
          <a:prstGeom prst="line">
            <a:avLst/>
          </a:prstGeom>
          <a:ln>
            <a:solidFill>
              <a:srgbClr val="9DA6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811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텍스트 개체 틀 15"/>
          <p:cNvSpPr>
            <a:spLocks noGrp="1"/>
          </p:cNvSpPr>
          <p:nvPr>
            <p:ph type="body" sz="quarter" idx="10" hasCustomPrompt="1"/>
          </p:nvPr>
        </p:nvSpPr>
        <p:spPr>
          <a:xfrm>
            <a:off x="1206501" y="3064278"/>
            <a:ext cx="7993063" cy="1152878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323C46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pPr algn="l"/>
            <a:r>
              <a:rPr lang="ko-KR" altLang="en-US" sz="6000" dirty="0" smtClean="0">
                <a:solidFill>
                  <a:srgbClr val="323C46"/>
                </a:solidFill>
              </a:rPr>
              <a:t>타이틀을 입력해주세요</a:t>
            </a:r>
            <a:endParaRPr lang="ko-KR" altLang="en-US" sz="6000" dirty="0">
              <a:solidFill>
                <a:srgbClr val="323C46"/>
              </a:solidFill>
            </a:endParaRPr>
          </a:p>
        </p:txBody>
      </p:sp>
      <p:sp>
        <p:nvSpPr>
          <p:cNvPr id="18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1314252" y="5569517"/>
            <a:ext cx="2592288" cy="39715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>
                <a:solidFill>
                  <a:srgbClr val="9DA6AB"/>
                </a:solidFill>
              </a:defRPr>
            </a:lvl1pPr>
          </a:lstStyle>
          <a:p>
            <a:r>
              <a:rPr lang="ko-KR" altLang="en-US" dirty="0" smtClean="0"/>
              <a:t>홍길동</a:t>
            </a:r>
            <a:endParaRPr lang="en-US" altLang="ko-KR" dirty="0" smtClean="0"/>
          </a:p>
        </p:txBody>
      </p:sp>
      <p:sp>
        <p:nvSpPr>
          <p:cNvPr id="20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1314787" y="6006851"/>
            <a:ext cx="2593899" cy="398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rgbClr val="9DA6AB"/>
                </a:solidFill>
              </a:defRPr>
            </a:lvl1pPr>
          </a:lstStyle>
          <a:p>
            <a:r>
              <a:rPr lang="en-US" altLang="ko-KR" dirty="0" smtClean="0"/>
              <a:t>2022.00.00</a:t>
            </a:r>
          </a:p>
        </p:txBody>
      </p:sp>
    </p:spTree>
    <p:extLst>
      <p:ext uri="{BB962C8B-B14F-4D97-AF65-F5344CB8AC3E}">
        <p14:creationId xmlns:p14="http://schemas.microsoft.com/office/powerpoint/2010/main" val="561487131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bg>
      <p:bgPr>
        <a:solidFill>
          <a:srgbClr val="2482C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hasCustomPrompt="1"/>
          </p:nvPr>
        </p:nvSpPr>
        <p:spPr>
          <a:xfrm>
            <a:off x="1206241" y="2109140"/>
            <a:ext cx="7992889" cy="874575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5000">
                <a:solidFill>
                  <a:srgbClr val="323C46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r>
              <a:rPr lang="ko-KR" altLang="en-US" dirty="0" smtClean="0"/>
              <a:t>표지 부제목 입력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314252" y="5132962"/>
            <a:ext cx="2594426" cy="397930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1800">
                <a:solidFill>
                  <a:srgbClr val="D8E2E7"/>
                </a:solidFill>
                <a:latin typeface="다키 B" pitchFamily="2" charset="-127"/>
                <a:ea typeface="다키 B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 dirty="0" smtClean="0"/>
              <a:t>00 </a:t>
            </a:r>
            <a:r>
              <a:rPr lang="ko-KR" altLang="en-US" dirty="0" smtClean="0"/>
              <a:t>팀</a:t>
            </a:r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Font typeface="Arial" panose="020B0604020202020204" pitchFamily="34" charset="0"/>
              <a:buNone/>
            </a:pPr>
            <a:endParaRPr lang="ko-KR" altLang="en-US"/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1314252" y="4933975"/>
            <a:ext cx="2592288" cy="0"/>
          </a:xfrm>
          <a:prstGeom prst="line">
            <a:avLst/>
          </a:prstGeom>
          <a:ln>
            <a:solidFill>
              <a:srgbClr val="D8E2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/>
          <p:cNvCxnSpPr/>
          <p:nvPr userDrawn="1"/>
        </p:nvCxnSpPr>
        <p:spPr>
          <a:xfrm>
            <a:off x="1314252" y="6588943"/>
            <a:ext cx="2592288" cy="0"/>
          </a:xfrm>
          <a:prstGeom prst="line">
            <a:avLst/>
          </a:prstGeom>
          <a:ln>
            <a:solidFill>
              <a:srgbClr val="D8E2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1314252" y="5570733"/>
            <a:ext cx="2592288" cy="39715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>
                <a:solidFill>
                  <a:srgbClr val="D8E2E7"/>
                </a:solidFill>
              </a:defRPr>
            </a:lvl1pPr>
          </a:lstStyle>
          <a:p>
            <a:r>
              <a:rPr lang="ko-KR" altLang="en-US" dirty="0" smtClean="0"/>
              <a:t>홍길동</a:t>
            </a:r>
            <a:endParaRPr lang="en-US" altLang="ko-KR" dirty="0" smtClean="0"/>
          </a:p>
        </p:txBody>
      </p:sp>
      <p:sp>
        <p:nvSpPr>
          <p:cNvPr id="20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1314787" y="6008067"/>
            <a:ext cx="2593899" cy="398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rgbClr val="D8E2E7"/>
                </a:solidFill>
              </a:defRPr>
            </a:lvl1pPr>
          </a:lstStyle>
          <a:p>
            <a:r>
              <a:rPr lang="en-US" altLang="ko-KR" dirty="0" smtClean="0"/>
              <a:t>2022.00.00</a:t>
            </a:r>
          </a:p>
        </p:txBody>
      </p:sp>
      <p:pic>
        <p:nvPicPr>
          <p:cNvPr id="6146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811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텍스트 개체 틀 4"/>
          <p:cNvSpPr>
            <a:spLocks noGrp="1"/>
          </p:cNvSpPr>
          <p:nvPr>
            <p:ph type="body" sz="quarter" idx="13" hasCustomPrompt="1"/>
          </p:nvPr>
        </p:nvSpPr>
        <p:spPr>
          <a:xfrm>
            <a:off x="1206501" y="2984848"/>
            <a:ext cx="7993063" cy="14722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>
                <a:solidFill>
                  <a:schemeClr val="bg1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pPr lvl="0"/>
            <a:r>
              <a:rPr lang="ko-KR" altLang="en-US" smtClean="0"/>
              <a:t>타이틀을 입력해주세요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2393961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242244" y="1949950"/>
            <a:ext cx="3276364" cy="2785819"/>
          </a:xfrm>
          <a:prstGeom prst="rect">
            <a:avLst/>
          </a:prstGeom>
        </p:spPr>
        <p:txBody>
          <a:bodyPr/>
          <a:lstStyle>
            <a:lvl1pPr algn="l">
              <a:defRPr sz="5400">
                <a:solidFill>
                  <a:srgbClr val="2482C8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r>
              <a:rPr lang="en-US" altLang="ko-KR" dirty="0" smtClean="0"/>
              <a:t>Table </a:t>
            </a:r>
            <a:br>
              <a:rPr lang="en-US" altLang="ko-KR" dirty="0" smtClean="0"/>
            </a:br>
            <a:r>
              <a:rPr lang="en-US" altLang="ko-KR" dirty="0" smtClean="0"/>
              <a:t>of </a:t>
            </a:r>
            <a:br>
              <a:rPr lang="en-US" altLang="ko-KR" dirty="0" smtClean="0"/>
            </a:br>
            <a:r>
              <a:rPr lang="en-US" altLang="ko-KR" dirty="0" smtClean="0"/>
              <a:t>contents</a:t>
            </a:r>
            <a:endParaRPr lang="ko-KR" altLang="en-US" dirty="0"/>
          </a:p>
        </p:txBody>
      </p:sp>
      <p:sp>
        <p:nvSpPr>
          <p:cNvPr id="3" name="직사각형 2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텍스트 개체 틀 19"/>
          <p:cNvSpPr>
            <a:spLocks noGrp="1"/>
          </p:cNvSpPr>
          <p:nvPr>
            <p:ph type="body" sz="quarter" idx="10" hasCustomPrompt="1"/>
          </p:nvPr>
        </p:nvSpPr>
        <p:spPr>
          <a:xfrm>
            <a:off x="5202685" y="1612738"/>
            <a:ext cx="792088" cy="582925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4000">
                <a:solidFill>
                  <a:srgbClr val="2482C8"/>
                </a:solidFill>
                <a:latin typeface="다키 M" pitchFamily="2" charset="-127"/>
                <a:ea typeface="다키 M" pitchFamily="2" charset="-127"/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3600" dirty="0" smtClean="0"/>
              <a:t>01</a:t>
            </a:r>
          </a:p>
          <a:p>
            <a:pPr>
              <a:lnSpc>
                <a:spcPct val="150000"/>
              </a:lnSpc>
            </a:pPr>
            <a:r>
              <a:rPr lang="en-US" altLang="ko-KR" sz="3600" dirty="0" smtClean="0"/>
              <a:t>02</a:t>
            </a:r>
          </a:p>
          <a:p>
            <a:pPr>
              <a:lnSpc>
                <a:spcPct val="150000"/>
              </a:lnSpc>
            </a:pPr>
            <a:r>
              <a:rPr lang="en-US" altLang="ko-KR" sz="3600" dirty="0" smtClean="0"/>
              <a:t>03</a:t>
            </a:r>
          </a:p>
          <a:p>
            <a:pPr>
              <a:lnSpc>
                <a:spcPct val="150000"/>
              </a:lnSpc>
            </a:pPr>
            <a:r>
              <a:rPr lang="en-US" altLang="ko-KR" sz="3600" dirty="0" smtClean="0"/>
              <a:t>04</a:t>
            </a:r>
            <a:endParaRPr lang="ko-KR" altLang="en-US" sz="4200" dirty="0"/>
          </a:p>
        </p:txBody>
      </p:sp>
      <p:sp>
        <p:nvSpPr>
          <p:cNvPr id="26" name="텍스트 개체 틀 25"/>
          <p:cNvSpPr>
            <a:spLocks noGrp="1"/>
          </p:cNvSpPr>
          <p:nvPr>
            <p:ph type="body" sz="quarter" idx="13" hasCustomPrompt="1"/>
          </p:nvPr>
        </p:nvSpPr>
        <p:spPr>
          <a:xfrm>
            <a:off x="5994773" y="2347925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28" name="텍스트 개체 틀 27"/>
          <p:cNvSpPr>
            <a:spLocks noGrp="1"/>
          </p:cNvSpPr>
          <p:nvPr>
            <p:ph type="body" sz="quarter" idx="14" hasCustomPrompt="1"/>
          </p:nvPr>
        </p:nvSpPr>
        <p:spPr>
          <a:xfrm>
            <a:off x="5994773" y="1949951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M" pitchFamily="2" charset="-127"/>
                <a:ea typeface="다키 M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pic>
        <p:nvPicPr>
          <p:cNvPr id="36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811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텍스트 개체 틀 25"/>
          <p:cNvSpPr>
            <a:spLocks noGrp="1"/>
          </p:cNvSpPr>
          <p:nvPr>
            <p:ph type="body" sz="quarter" idx="15" hasCustomPrompt="1"/>
          </p:nvPr>
        </p:nvSpPr>
        <p:spPr>
          <a:xfrm>
            <a:off x="5994773" y="3382657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22" name="텍스트 개체 틀 27"/>
          <p:cNvSpPr>
            <a:spLocks noGrp="1"/>
          </p:cNvSpPr>
          <p:nvPr>
            <p:ph type="body" sz="quarter" idx="16" hasCustomPrompt="1"/>
          </p:nvPr>
        </p:nvSpPr>
        <p:spPr>
          <a:xfrm>
            <a:off x="5994773" y="2984683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M" pitchFamily="2" charset="-127"/>
                <a:ea typeface="다키 M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23" name="텍스트 개체 틀 25"/>
          <p:cNvSpPr>
            <a:spLocks noGrp="1"/>
          </p:cNvSpPr>
          <p:nvPr>
            <p:ph type="body" sz="quarter" idx="17" hasCustomPrompt="1"/>
          </p:nvPr>
        </p:nvSpPr>
        <p:spPr>
          <a:xfrm>
            <a:off x="5994773" y="4417390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24" name="텍스트 개체 틀 27"/>
          <p:cNvSpPr>
            <a:spLocks noGrp="1"/>
          </p:cNvSpPr>
          <p:nvPr>
            <p:ph type="body" sz="quarter" idx="18" hasCustomPrompt="1"/>
          </p:nvPr>
        </p:nvSpPr>
        <p:spPr>
          <a:xfrm>
            <a:off x="5994773" y="4019416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M" pitchFamily="2" charset="-127"/>
                <a:ea typeface="다키 M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25" name="텍스트 개체 틀 25"/>
          <p:cNvSpPr>
            <a:spLocks noGrp="1"/>
          </p:cNvSpPr>
          <p:nvPr>
            <p:ph type="body" sz="quarter" idx="19" hasCustomPrompt="1"/>
          </p:nvPr>
        </p:nvSpPr>
        <p:spPr>
          <a:xfrm>
            <a:off x="5994773" y="5452123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27" name="텍스트 개체 틀 27"/>
          <p:cNvSpPr>
            <a:spLocks noGrp="1"/>
          </p:cNvSpPr>
          <p:nvPr>
            <p:ph type="body" sz="quarter" idx="20" hasCustomPrompt="1"/>
          </p:nvPr>
        </p:nvSpPr>
        <p:spPr>
          <a:xfrm>
            <a:off x="5994773" y="5054149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M" pitchFamily="2" charset="-127"/>
                <a:ea typeface="다키 M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833725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206240" y="2188735"/>
            <a:ext cx="4991732" cy="1989871"/>
          </a:xfrm>
          <a:prstGeom prst="rect">
            <a:avLst/>
          </a:prstGeom>
        </p:spPr>
        <p:txBody>
          <a:bodyPr/>
          <a:lstStyle>
            <a:lvl1pPr algn="l">
              <a:defRPr sz="4800" baseline="0">
                <a:solidFill>
                  <a:srgbClr val="323C46"/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r>
              <a:rPr lang="ko-KR" altLang="en-US" dirty="0" smtClean="0"/>
              <a:t>간지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타이틀 입력</a:t>
            </a:r>
            <a:endParaRPr lang="ko-KR" altLang="en-US" dirty="0"/>
          </a:p>
        </p:txBody>
      </p:sp>
      <p:sp>
        <p:nvSpPr>
          <p:cNvPr id="10" name="텍스트 개체 틀 9"/>
          <p:cNvSpPr>
            <a:spLocks noGrp="1"/>
          </p:cNvSpPr>
          <p:nvPr>
            <p:ph type="body" sz="quarter" idx="10" hasCustomPrompt="1"/>
          </p:nvPr>
        </p:nvSpPr>
        <p:spPr>
          <a:xfrm>
            <a:off x="1206240" y="4695739"/>
            <a:ext cx="4991100" cy="206886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9DA6AB"/>
                </a:solidFill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2000" dirty="0" smtClean="0">
                <a:latin typeface="다키 M" pitchFamily="2" charset="-127"/>
                <a:ea typeface="다키 M" pitchFamily="2" charset="-127"/>
              </a:rPr>
              <a:t>1) </a:t>
            </a:r>
            <a:r>
              <a:rPr lang="ko-KR" altLang="en-US" sz="2000" dirty="0" smtClean="0">
                <a:latin typeface="다키 M" pitchFamily="2" charset="-127"/>
                <a:ea typeface="다키 M" pitchFamily="2" charset="-127"/>
              </a:rPr>
              <a:t>소제목 입력</a:t>
            </a:r>
            <a:endParaRPr lang="en-US" altLang="ko-KR" sz="2000" dirty="0" smtClean="0">
              <a:latin typeface="다키 M" pitchFamily="2" charset="-127"/>
              <a:ea typeface="다키 M" pitchFamily="2" charset="-127"/>
            </a:endParaRPr>
          </a:p>
        </p:txBody>
      </p:sp>
      <p:sp>
        <p:nvSpPr>
          <p:cNvPr id="7" name="직사각형 6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Font typeface="Arial" panose="020B0604020202020204" pitchFamily="34" charset="0"/>
              <a:buNone/>
            </a:pPr>
            <a:endParaRPr lang="ko-KR" altLang="en-US"/>
          </a:p>
        </p:txBody>
      </p:sp>
      <p:sp>
        <p:nvSpPr>
          <p:cNvPr id="9" name="직사각형 8"/>
          <p:cNvSpPr/>
          <p:nvPr userDrawn="1"/>
        </p:nvSpPr>
        <p:spPr>
          <a:xfrm>
            <a:off x="6786860" y="1"/>
            <a:ext cx="3906540" cy="7561263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1736994" y="437650"/>
            <a:ext cx="1152525" cy="10335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>
                <a:solidFill>
                  <a:schemeClr val="bg1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pPr lvl="0"/>
            <a:r>
              <a:rPr lang="en-US" altLang="ko-KR" dirty="0" smtClean="0"/>
              <a:t>01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99985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사용자 지정 레이아웃">
    <p:bg>
      <p:bgPr>
        <a:solidFill>
          <a:srgbClr val="2482C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206240" y="2188735"/>
            <a:ext cx="4991732" cy="198987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 sz="6000">
                <a:solidFill>
                  <a:schemeClr val="bg1"/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r>
              <a:rPr lang="ko-KR" altLang="en-US" dirty="0" smtClean="0"/>
              <a:t>간지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타이틀 입력</a:t>
            </a:r>
            <a:endParaRPr lang="ko-KR" altLang="en-US" dirty="0"/>
          </a:p>
        </p:txBody>
      </p:sp>
      <p:sp>
        <p:nvSpPr>
          <p:cNvPr id="3" name="직사각형 2"/>
          <p:cNvSpPr/>
          <p:nvPr userDrawn="1"/>
        </p:nvSpPr>
        <p:spPr>
          <a:xfrm>
            <a:off x="6786860" y="1"/>
            <a:ext cx="3906540" cy="75612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텍스트 개체 틀 9"/>
          <p:cNvSpPr>
            <a:spLocks noGrp="1"/>
          </p:cNvSpPr>
          <p:nvPr>
            <p:ph type="body" sz="quarter" idx="10" hasCustomPrompt="1"/>
          </p:nvPr>
        </p:nvSpPr>
        <p:spPr>
          <a:xfrm>
            <a:off x="1170236" y="5004768"/>
            <a:ext cx="4991100" cy="18002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rgbClr val="D8E2E7"/>
                </a:solidFill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2000" dirty="0" smtClean="0">
                <a:latin typeface="다키 M" pitchFamily="2" charset="-127"/>
                <a:ea typeface="다키 M" pitchFamily="2" charset="-127"/>
              </a:rPr>
              <a:t>1) </a:t>
            </a:r>
            <a:r>
              <a:rPr lang="ko-KR" altLang="en-US" sz="2000" dirty="0" smtClean="0">
                <a:latin typeface="다키 M" pitchFamily="2" charset="-127"/>
                <a:ea typeface="다키 M" pitchFamily="2" charset="-127"/>
              </a:rPr>
              <a:t>소제목 입력</a:t>
            </a:r>
            <a:endParaRPr lang="en-US" altLang="ko-KR" sz="2000" dirty="0" smtClean="0">
              <a:latin typeface="다키 M" pitchFamily="2" charset="-127"/>
              <a:ea typeface="다키 M" pitchFamily="2" charset="-127"/>
            </a:endParaRPr>
          </a:p>
        </p:txBody>
      </p:sp>
      <p:sp>
        <p:nvSpPr>
          <p:cNvPr id="12" name="텍스트 개체 틀 11"/>
          <p:cNvSpPr>
            <a:spLocks noGrp="1"/>
          </p:cNvSpPr>
          <p:nvPr>
            <p:ph type="body" sz="quarter" idx="11" hasCustomPrompt="1"/>
          </p:nvPr>
        </p:nvSpPr>
        <p:spPr>
          <a:xfrm>
            <a:off x="1775889" y="366745"/>
            <a:ext cx="1074737" cy="84930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</a:lstStyle>
          <a:p>
            <a:pPr algn="ctr"/>
            <a:r>
              <a:rPr lang="en-US" altLang="ko-KR" sz="6000" dirty="0" smtClean="0">
                <a:solidFill>
                  <a:srgbClr val="2482C8"/>
                </a:solidFill>
                <a:latin typeface="다키 M Title" pitchFamily="2" charset="-127"/>
                <a:ea typeface="다키 M Title" pitchFamily="2" charset="-127"/>
              </a:rPr>
              <a:t>01</a:t>
            </a:r>
            <a:endParaRPr lang="ko-KR" altLang="en-US" sz="6000" dirty="0">
              <a:solidFill>
                <a:srgbClr val="2482C8"/>
              </a:solidFill>
              <a:latin typeface="다키 M Title" pitchFamily="2" charset="-127"/>
              <a:ea typeface="다키 M Title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268380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슬라이드 번호 개체 틀 5"/>
          <p:cNvSpPr txBox="1">
            <a:spLocks/>
          </p:cNvSpPr>
          <p:nvPr userDrawn="1"/>
        </p:nvSpPr>
        <p:spPr>
          <a:xfrm>
            <a:off x="4680165" y="7243007"/>
            <a:ext cx="1333071" cy="3098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rgbClr val="D8E2E7"/>
                </a:solidFill>
                <a:latin typeface="다키 M" pitchFamily="2" charset="-127"/>
                <a:ea typeface="다키 M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A1A8922-F2AB-460F-B06D-814BB823FF16}" type="slidenum">
              <a:rPr lang="ko-KR" altLang="en-US" smtClean="0">
                <a:solidFill>
                  <a:srgbClr val="9DA6AB"/>
                </a:solidFill>
              </a:rPr>
              <a:pPr/>
              <a:t>‹#›</a:t>
            </a:fld>
            <a:r>
              <a:rPr lang="en-US" altLang="ko-KR" dirty="0" smtClean="0">
                <a:solidFill>
                  <a:srgbClr val="9DA6AB"/>
                </a:solidFill>
              </a:rPr>
              <a:t>/x</a:t>
            </a:r>
            <a:endParaRPr lang="ko-KR" altLang="en-US" dirty="0">
              <a:solidFill>
                <a:srgbClr val="9DA6AB"/>
              </a:solidFill>
            </a:endParaRPr>
          </a:p>
        </p:txBody>
      </p:sp>
      <p:sp>
        <p:nvSpPr>
          <p:cNvPr id="22" name="내용 개체 틀 2"/>
          <p:cNvSpPr>
            <a:spLocks noGrp="1"/>
          </p:cNvSpPr>
          <p:nvPr>
            <p:ph idx="13"/>
          </p:nvPr>
        </p:nvSpPr>
        <p:spPr>
          <a:xfrm>
            <a:off x="306388" y="1764296"/>
            <a:ext cx="10080872" cy="52001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rgbClr val="323C46"/>
                </a:solidFill>
                <a:latin typeface="다키 M" pitchFamily="2" charset="-127"/>
                <a:ea typeface="다키 M" pitchFamily="2" charset="-127"/>
              </a:defRPr>
            </a:lvl1pPr>
          </a:lstStyle>
          <a:p>
            <a:pPr lvl="0"/>
            <a:endParaRPr lang="ko-KR" altLang="en-US" dirty="0"/>
          </a:p>
        </p:txBody>
      </p:sp>
      <p:sp>
        <p:nvSpPr>
          <p:cNvPr id="12" name="직사각형 11"/>
          <p:cNvSpPr/>
          <p:nvPr userDrawn="1"/>
        </p:nvSpPr>
        <p:spPr>
          <a:xfrm>
            <a:off x="0" y="250567"/>
            <a:ext cx="180000" cy="955138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직사각형 12"/>
          <p:cNvSpPr/>
          <p:nvPr userDrawn="1"/>
        </p:nvSpPr>
        <p:spPr>
          <a:xfrm>
            <a:off x="10627226" y="250567"/>
            <a:ext cx="66175" cy="397974"/>
          </a:xfrm>
          <a:prstGeom prst="rect">
            <a:avLst/>
          </a:prstGeom>
          <a:solidFill>
            <a:srgbClr val="9DA6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텍스트 개체 틀 15"/>
          <p:cNvSpPr>
            <a:spLocks noGrp="1"/>
          </p:cNvSpPr>
          <p:nvPr>
            <p:ph type="body" sz="quarter" idx="10" hasCustomPrompt="1"/>
          </p:nvPr>
        </p:nvSpPr>
        <p:spPr>
          <a:xfrm>
            <a:off x="8343899" y="250567"/>
            <a:ext cx="226853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rgbClr val="9DA6AB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pPr algn="r"/>
            <a:r>
              <a:rPr lang="en-US" altLang="ko-KR" sz="1600" dirty="0" smtClean="0">
                <a:solidFill>
                  <a:srgbClr val="9DA6AB"/>
                </a:solidFill>
              </a:rPr>
              <a:t>Large</a:t>
            </a:r>
            <a:r>
              <a:rPr lang="en-US" altLang="ko-KR" sz="1600" baseline="0" dirty="0" smtClean="0">
                <a:solidFill>
                  <a:srgbClr val="9DA6AB"/>
                </a:solidFill>
              </a:rPr>
              <a:t> title </a:t>
            </a:r>
            <a:r>
              <a:rPr lang="ko-KR" altLang="en-US" sz="1600" dirty="0" smtClean="0">
                <a:solidFill>
                  <a:srgbClr val="9DA6AB"/>
                </a:solidFill>
              </a:rPr>
              <a:t>입력</a:t>
            </a:r>
            <a:endParaRPr lang="ko-KR" altLang="en-US" sz="1600" dirty="0">
              <a:solidFill>
                <a:srgbClr val="9DA6AB"/>
              </a:solidFill>
            </a:endParaRPr>
          </a:p>
        </p:txBody>
      </p:sp>
      <p:sp>
        <p:nvSpPr>
          <p:cNvPr id="18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234132" y="238662"/>
            <a:ext cx="7956884" cy="63697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rgbClr val="2482C8"/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r>
              <a:rPr lang="ko-KR" altLang="en-US" dirty="0" smtClean="0"/>
              <a:t>타이틀을 입력하세요</a:t>
            </a:r>
            <a:endParaRPr lang="ko-KR" altLang="en-US" dirty="0"/>
          </a:p>
        </p:txBody>
      </p:sp>
      <p:sp>
        <p:nvSpPr>
          <p:cNvPr id="20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234132" y="835733"/>
            <a:ext cx="7956884" cy="640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latin typeface="다키 M" pitchFamily="2" charset="-127"/>
                <a:ea typeface="다키 M" pitchFamily="2" charset="-127"/>
              </a:defRPr>
            </a:lvl1pPr>
          </a:lstStyle>
          <a:p>
            <a:r>
              <a:rPr lang="en-US" altLang="ko-KR" sz="1600" dirty="0" smtClean="0">
                <a:solidFill>
                  <a:srgbClr val="50646E"/>
                </a:solidFill>
              </a:rPr>
              <a:t>summary</a:t>
            </a:r>
            <a:r>
              <a:rPr lang="ko-KR" altLang="en-US" sz="1600" dirty="0" smtClean="0">
                <a:solidFill>
                  <a:srgbClr val="50646E"/>
                </a:solidFill>
              </a:rPr>
              <a:t>를 입력하세요</a:t>
            </a:r>
            <a:r>
              <a:rPr lang="en-US" altLang="ko-KR" sz="1600" dirty="0" smtClean="0">
                <a:solidFill>
                  <a:srgbClr val="50646E"/>
                </a:solidFill>
              </a:rPr>
              <a:t>.</a:t>
            </a:r>
          </a:p>
          <a:p>
            <a:r>
              <a:rPr lang="ko-KR" altLang="en-US" sz="1600" dirty="0" smtClean="0">
                <a:solidFill>
                  <a:srgbClr val="50646E"/>
                </a:solidFill>
              </a:rPr>
              <a:t>최대 </a:t>
            </a:r>
            <a:r>
              <a:rPr lang="ko-KR" altLang="en-US" sz="1600" dirty="0" err="1" smtClean="0">
                <a:solidFill>
                  <a:srgbClr val="50646E"/>
                </a:solidFill>
              </a:rPr>
              <a:t>두줄까지</a:t>
            </a:r>
            <a:r>
              <a:rPr lang="ko-KR" altLang="en-US" sz="1600" dirty="0" smtClean="0">
                <a:solidFill>
                  <a:srgbClr val="50646E"/>
                </a:solidFill>
              </a:rPr>
              <a:t> 입력이 가능합니다</a:t>
            </a:r>
            <a:r>
              <a:rPr lang="en-US" altLang="ko-KR" sz="1600" dirty="0" smtClean="0">
                <a:solidFill>
                  <a:srgbClr val="50646E"/>
                </a:solidFill>
              </a:rPr>
              <a:t>.</a:t>
            </a:r>
            <a:endParaRPr lang="ko-KR" altLang="en-US" sz="1600" dirty="0">
              <a:solidFill>
                <a:srgbClr val="50646E"/>
              </a:solidFill>
            </a:endParaRPr>
          </a:p>
        </p:txBody>
      </p:sp>
      <p:pic>
        <p:nvPicPr>
          <p:cNvPr id="24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75200" y="7315201"/>
            <a:ext cx="911543" cy="115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725579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사용자 지정 레이아웃">
    <p:bg>
      <p:bgPr>
        <a:solidFill>
          <a:srgbClr val="2482C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242244" y="2268330"/>
            <a:ext cx="7812868" cy="2029668"/>
          </a:xfrm>
          <a:prstGeom prst="rect">
            <a:avLst/>
          </a:prstGeom>
        </p:spPr>
        <p:txBody>
          <a:bodyPr/>
          <a:lstStyle>
            <a:lvl1pPr>
              <a:defRPr sz="10000" baseline="0">
                <a:solidFill>
                  <a:schemeClr val="bg1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r>
              <a:rPr lang="en-US" altLang="ko-KR" dirty="0" smtClean="0"/>
              <a:t>THANK YOU</a:t>
            </a:r>
            <a:endParaRPr lang="ko-KR" altLang="en-US" dirty="0"/>
          </a:p>
        </p:txBody>
      </p:sp>
      <p:sp>
        <p:nvSpPr>
          <p:cNvPr id="3" name="직사각형 2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074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811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242244" y="5065766"/>
            <a:ext cx="2594426" cy="39793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>
                <a:solidFill>
                  <a:srgbClr val="9DA6AB"/>
                </a:solidFill>
                <a:latin typeface="다키 B" pitchFamily="2" charset="-127"/>
                <a:ea typeface="다키 B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 dirty="0" smtClean="0"/>
              <a:t>00 </a:t>
            </a:r>
            <a:r>
              <a:rPr lang="ko-KR" altLang="en-US" dirty="0" smtClean="0"/>
              <a:t>팀</a:t>
            </a:r>
            <a:endParaRPr lang="ko-KR" altLang="en-US" dirty="0"/>
          </a:p>
        </p:txBody>
      </p:sp>
      <p:sp>
        <p:nvSpPr>
          <p:cNvPr id="7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1242244" y="5503537"/>
            <a:ext cx="2592288" cy="39715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>
                <a:solidFill>
                  <a:srgbClr val="9DA6AB"/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r>
              <a:rPr lang="ko-KR" altLang="en-US" dirty="0" smtClean="0"/>
              <a:t>담당자 </a:t>
            </a:r>
            <a:r>
              <a:rPr lang="en-US" altLang="ko-KR" dirty="0" smtClean="0"/>
              <a:t>: </a:t>
            </a:r>
            <a:r>
              <a:rPr lang="ko-KR" altLang="en-US" dirty="0" smtClean="0"/>
              <a:t>홍길동</a:t>
            </a:r>
            <a:endParaRPr lang="en-US" altLang="ko-KR" dirty="0" smtClean="0"/>
          </a:p>
        </p:txBody>
      </p:sp>
      <p:sp>
        <p:nvSpPr>
          <p:cNvPr id="8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1242779" y="5940871"/>
            <a:ext cx="2593899" cy="398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rgbClr val="9DA6AB"/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r>
              <a:rPr lang="ko-KR" altLang="en-US" dirty="0" smtClean="0"/>
              <a:t>연락처 </a:t>
            </a:r>
            <a:r>
              <a:rPr lang="en-US" altLang="ko-KR" dirty="0" smtClean="0"/>
              <a:t>: 070 0000 0000</a:t>
            </a:r>
          </a:p>
        </p:txBody>
      </p:sp>
    </p:spTree>
    <p:extLst>
      <p:ext uri="{BB962C8B-B14F-4D97-AF65-F5344CB8AC3E}">
        <p14:creationId xmlns:p14="http://schemas.microsoft.com/office/powerpoint/2010/main" val="213448128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slideLayout" Target="../slideLayouts/slideLayout10.xml"/><Relationship Id="rId3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5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171" y="402569"/>
            <a:ext cx="9223058" cy="1461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171" y="2012836"/>
            <a:ext cx="9223058" cy="47975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171" y="7008172"/>
            <a:ext cx="2406015" cy="402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16BF97-55BE-41D7-A5BB-0D02BD7B0503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2189" y="7008172"/>
            <a:ext cx="3609023" cy="402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2214" y="7008172"/>
            <a:ext cx="2406015" cy="402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26812A-A0EF-4881-B62C-6E922A4382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6345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</p:sldLayoutIdLst>
  <p:txStyles>
    <p:titleStyle>
      <a:lvl1pPr algn="l" defTabSz="1008126" rtl="0" eaLnBrk="1" latinLnBrk="1" hangingPunct="1">
        <a:lnSpc>
          <a:spcPct val="90000"/>
        </a:lnSpc>
        <a:spcBef>
          <a:spcPct val="0"/>
        </a:spcBef>
        <a:buNone/>
        <a:defRPr sz="485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2032" indent="-252032" algn="l" defTabSz="1008126" rtl="0" eaLnBrk="1" latinLnBrk="1" hangingPunct="1">
        <a:lnSpc>
          <a:spcPct val="90000"/>
        </a:lnSpc>
        <a:spcBef>
          <a:spcPts val="1103"/>
        </a:spcBef>
        <a:buFont typeface="Arial" panose="020B0604020202020204" pitchFamily="34" charset="0"/>
        <a:buChar char="•"/>
        <a:defRPr sz="3087" kern="1200">
          <a:solidFill>
            <a:schemeClr val="tx1"/>
          </a:solidFill>
          <a:latin typeface="+mn-lt"/>
          <a:ea typeface="+mn-ea"/>
          <a:cs typeface="+mn-cs"/>
        </a:defRPr>
      </a:lvl1pPr>
      <a:lvl2pPr marL="756095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60158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4221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268284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772347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276410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780473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284536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1pPr>
      <a:lvl2pPr marL="504063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1008126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3pPr>
      <a:lvl4pPr marL="1512189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016252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520315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024378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528441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032504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34988" y="303213"/>
            <a:ext cx="9623425" cy="12604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4988" y="1763713"/>
            <a:ext cx="9623425" cy="4991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4988" y="7008813"/>
            <a:ext cx="2495550" cy="401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indent="0" algn="l">
              <a:buFont typeface="Arial" panose="020B0604020202020204" pitchFamily="34" charset="0"/>
              <a:buNone/>
              <a:defRPr sz="1200">
                <a:solidFill>
                  <a:schemeClr val="tx1">
                    <a:tint val="75000"/>
                  </a:schemeClr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fld id="{E3B99DD1-C01C-41AF-9B2F-192F1B152AF4}" type="datetimeFigureOut">
              <a:rPr lang="ko-KR" altLang="en-US" smtClean="0"/>
              <a:pPr/>
              <a:t>2026-07-07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652838" y="7008813"/>
            <a:ext cx="3387725" cy="401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tx1">
                    <a:tint val="75000"/>
                  </a:schemeClr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662863" y="7008813"/>
            <a:ext cx="2495550" cy="401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indent="0" algn="r">
              <a:buFont typeface="Arial" panose="020B0604020202020204" pitchFamily="34" charset="0"/>
              <a:buNone/>
              <a:defRPr sz="1200">
                <a:solidFill>
                  <a:schemeClr val="tx1">
                    <a:tint val="75000"/>
                  </a:schemeClr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fld id="{3DF03A29-5BD0-4F71-8B6E-031B8881341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3660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</p:sldLayoutIdLst>
  <p:timing>
    <p:tnLst>
      <p:par>
        <p:cTn id="1" dur="indefinite" restart="never" nodeType="tmRoot"/>
      </p:par>
    </p:tnLst>
  </p:timing>
  <p:txStyles>
    <p:titleStyle>
      <a:lvl1pPr marL="0" indent="0" algn="ctr" defTabSz="914400" rtl="0" eaLnBrk="1" latinLnBrk="1" hangingPunct="1">
        <a:spcBef>
          <a:spcPct val="0"/>
        </a:spcBef>
        <a:buFont typeface="Arial" panose="020B0604020202020204" pitchFamily="34" charset="0"/>
        <a:buNone/>
        <a:defRPr sz="4400" b="0" kern="1200">
          <a:solidFill>
            <a:schemeClr val="tx1"/>
          </a:solidFill>
          <a:latin typeface="다키 L" pitchFamily="2" charset="-127"/>
          <a:ea typeface="다키 L" pitchFamily="2" charset="-127"/>
          <a:cs typeface="+mj-cs"/>
        </a:defRPr>
      </a:lvl1pPr>
    </p:titleStyle>
    <p:bodyStyle>
      <a:lvl1pPr marL="0" indent="0" algn="l" defTabSz="914400" rtl="0" eaLnBrk="1" latinLnBrk="1" hangingPunct="1">
        <a:spcBef>
          <a:spcPct val="20000"/>
        </a:spcBef>
        <a:buFont typeface="Arial" panose="020B0604020202020204" pitchFamily="34" charset="0"/>
        <a:buNone/>
        <a:defRPr sz="3200" kern="1200">
          <a:solidFill>
            <a:schemeClr val="tx1"/>
          </a:solidFill>
          <a:latin typeface="다키 L" pitchFamily="2" charset="-127"/>
          <a:ea typeface="다키 L" pitchFamily="2" charset="-127"/>
          <a:cs typeface="+mn-cs"/>
        </a:defRPr>
      </a:lvl1pPr>
      <a:lvl2pPr marL="457200" indent="0" algn="l" defTabSz="914400" rtl="0" eaLnBrk="1" latinLnBrk="1" hangingPunct="1">
        <a:spcBef>
          <a:spcPct val="20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다키 L" pitchFamily="2" charset="-127"/>
          <a:ea typeface="다키 L" pitchFamily="2" charset="-127"/>
          <a:cs typeface="+mn-cs"/>
        </a:defRPr>
      </a:lvl2pPr>
      <a:lvl3pPr marL="914400" indent="0" algn="l" defTabSz="914400" rtl="0" eaLnBrk="1" latinLnBrk="1" hangingPunct="1">
        <a:spcBef>
          <a:spcPct val="20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다키 L" pitchFamily="2" charset="-127"/>
          <a:ea typeface="다키 L" pitchFamily="2" charset="-127"/>
          <a:cs typeface="+mn-cs"/>
        </a:defRPr>
      </a:lvl3pPr>
      <a:lvl4pPr marL="1371600" indent="0" algn="l" defTabSz="914400" rtl="0" eaLnBrk="1" latinLnBrk="1" hangingPunct="1">
        <a:spcBef>
          <a:spcPct val="200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다키 L" pitchFamily="2" charset="-127"/>
          <a:ea typeface="다키 L" pitchFamily="2" charset="-127"/>
          <a:cs typeface="+mn-cs"/>
        </a:defRPr>
      </a:lvl4pPr>
      <a:lvl5pPr marL="1828800" indent="0" algn="l" defTabSz="914400" rtl="0" eaLnBrk="1" latinLnBrk="1" hangingPunct="1">
        <a:spcBef>
          <a:spcPct val="200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다키 L" pitchFamily="2" charset="-127"/>
          <a:ea typeface="다키 L" pitchFamily="2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smtClean="0"/>
              <a:t>스키마 분석 · 트랜잭션 정합성 · SQL 튜닝 · 백업/복구 · 배치 처리</a:t>
            </a:r>
            <a:endParaRPr lang="ko-KR" altLang="en-US" dirty="0"/>
          </a:p>
        </p:txBody>
      </p:sp>
      <p:sp>
        <p:nvSpPr>
          <p:cNvPr id="5" name="부제목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DB</a:t>
            </a:r>
            <a:r>
              <a:rPr lang="ko-KR" altLang="en-US" dirty="0" err="1" smtClean="0"/>
              <a:t>운영팀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smtClean="0"/>
              <a:t>박서진</a:t>
            </a:r>
            <a:endParaRPr lang="ko-KR" altLang="en-US" dirty="0"/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smtClean="0"/>
              <a:t>2026.07</a:t>
            </a:r>
            <a:endParaRPr lang="ko-KR" altLang="en-US" dirty="0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smtClean="0"/>
              <a:t>BO 스키마 기반
Oracle DB 운영 실습 보고서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44764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Table</a:t>
            </a:r>
            <a:br>
              <a:rPr lang="en-US" altLang="ko-KR" dirty="0" smtClean="0"/>
            </a:br>
            <a:r>
              <a:rPr lang="en-US" altLang="ko-KR" dirty="0" smtClean="0"/>
              <a:t>of</a:t>
            </a:r>
            <a:br>
              <a:rPr lang="en-US" altLang="ko-KR" dirty="0" smtClean="0"/>
            </a:br>
            <a:r>
              <a:rPr lang="en-US" altLang="ko-KR" dirty="0" smtClean="0"/>
              <a:t>Contents</a:t>
            </a:r>
            <a:endParaRPr lang="ko-KR" altLang="en-US" dirty="0"/>
          </a:p>
        </p:txBody>
      </p:sp>
      <p:sp>
        <p:nvSpPr>
          <p:cNvPr id="14" name="텍스트 개체 틀 1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01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02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03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04</a:t>
            </a:r>
            <a:endParaRPr lang="ko-KR" altLang="en-US" sz="4800" dirty="0"/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pPr>
              <a:buNone/>
              <a:defRPr/>
            </a:pPr>
            <a:r>
              <a:rPr lang="en-US" altLang="ko-KR" sz="1400" dirty="0">
                <a:solidFill>
                  <a:srgbClr val="9DA6AB"/>
                </a:solidFill>
              </a:rPr>
              <a:t>1) 스키마·ERD 역공학   2) 트랜잭션 T1~T7 ACID 검증</a:t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  <a:r>
              <a:rPr lang="en-US" altLang="ko-KR" sz="1400" dirty="0">
                <a:solidFill>
                  <a:srgbClr val="9DA6AB"/>
                </a:solidFill>
              </a:rPr>
              <a:t/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</a:p>
        </p:txBody>
      </p:sp>
      <p:sp>
        <p:nvSpPr>
          <p:cNvPr id="16" name="텍스트 개체 틀 15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50646E"/>
                </a:solidFill>
              </a:rPr>
              <a:t>스키마 분석 및 트랜잭션 시뮬레이션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5"/>
          </p:nvPr>
        </p:nvSpPr>
        <p:spPr/>
        <p:txBody>
          <a:bodyPr>
            <a:normAutofit/>
          </a:bodyPr>
          <a:lstStyle/>
          <a:p>
            <a:pPr>
              <a:buNone/>
              <a:defRPr/>
            </a:pPr>
            <a:r>
              <a:rPr lang="en-US" altLang="ko-KR" sz="1400" dirty="0">
                <a:solidFill>
                  <a:srgbClr val="9DA6AB"/>
                </a:solidFill>
              </a:rPr>
              <a:t>1) 실행계획 분석   2) FTS vs Index   3) 복합 인덱스 전략</a:t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  <a:r>
              <a:rPr lang="en-US" altLang="ko-KR" sz="1400" dirty="0">
                <a:solidFill>
                  <a:srgbClr val="9DA6AB"/>
                </a:solidFill>
              </a:rPr>
              <a:t/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</a:p>
        </p:txBody>
      </p:sp>
      <p:sp>
        <p:nvSpPr>
          <p:cNvPr id="18" name="텍스트 개체 틀 17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50646E"/>
                </a:solidFill>
              </a:rPr>
              <a:t>SQL 튜닝 및 인덱스 전략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19" name="텍스트 개체 틀 18"/>
          <p:cNvSpPr>
            <a:spLocks noGrp="1"/>
          </p:cNvSpPr>
          <p:nvPr>
            <p:ph type="body" sz="quarter" idx="17"/>
          </p:nvPr>
        </p:nvSpPr>
        <p:spPr/>
        <p:txBody>
          <a:bodyPr>
            <a:normAutofit/>
          </a:bodyPr>
          <a:lstStyle/>
          <a:p>
            <a:pPr>
              <a:buNone/>
              <a:defRPr/>
            </a:pPr>
            <a:r>
              <a:rPr lang="en-US" altLang="ko-KR" sz="1400" dirty="0">
                <a:solidFill>
                  <a:srgbClr val="9DA6AB"/>
                </a:solidFill>
              </a:rPr>
              <a:t>1) 물리 장애 3단계 복구   2) 논리 장애 Flashback</a:t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  <a:r>
              <a:rPr lang="en-US" altLang="ko-KR" sz="1400" dirty="0">
                <a:solidFill>
                  <a:srgbClr val="9DA6AB"/>
                </a:solidFill>
              </a:rPr>
              <a:t/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</a:p>
        </p:txBody>
      </p:sp>
      <p:sp>
        <p:nvSpPr>
          <p:cNvPr id="20" name="텍스트 개체 틀 19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50646E"/>
                </a:solidFill>
              </a:rPr>
              <a:t>백업 및 복구 전략 (Backup &amp; Recovery)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21" name="텍스트 개체 틀 20"/>
          <p:cNvSpPr>
            <a:spLocks noGrp="1"/>
          </p:cNvSpPr>
          <p:nvPr>
            <p:ph type="body" sz="quarter" idx="19"/>
          </p:nvPr>
        </p:nvSpPr>
        <p:spPr/>
        <p:txBody>
          <a:bodyPr>
            <a:normAutofit/>
          </a:bodyPr>
          <a:lstStyle/>
          <a:p>
            <a:pPr>
              <a:buNone/>
              <a:defRPr/>
            </a:pPr>
            <a:r>
              <a:rPr lang="en-US" altLang="ko-KR" sz="1400" dirty="0">
                <a:solidFill>
                  <a:srgbClr val="9DA6AB"/>
                </a:solidFill>
              </a:rPr>
              <a:t>1) 10만 건 주문 생성   2) 병목 분석 및 성능 개선</a:t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  <a:r>
              <a:rPr lang="en-US" altLang="ko-KR" sz="1400" dirty="0">
                <a:solidFill>
                  <a:srgbClr val="9DA6AB"/>
                </a:solidFill>
              </a:rPr>
              <a:t/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  <a:r>
              <a:rPr lang="ko-KR" altLang="en-US" sz="1400" dirty="0" smtClean="0">
                <a:solidFill>
                  <a:srgbClr val="9DA6AB"/>
                </a:solidFill>
              </a:rPr>
              <a:t/>
            </a:r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22" name="텍스트 개체 틀 21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50646E"/>
                </a:solidFill>
              </a:rPr>
              <a:t>PL/SQL 대량 데이터 배치 처리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3767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간지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>타이틀 입력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0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1) 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>소제목을 입력해주세요</a:t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2) 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>소제목을 입력해주세요</a:t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3) 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>소제목을 입력해주세요</a:t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>. </a:t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>
            <a:noAutofit/>
          </a:bodyPr>
          <a:lstStyle/>
          <a:p>
            <a:r>
              <a:rPr lang="en-US" altLang="ko-KR" sz="6000" dirty="0" smtClean="0">
                <a:solidFill>
                  <a:srgbClr val="2484C6"/>
                </a:solidFill>
                <a:latin typeface="다키 M Title" pitchFamily="2" charset="-127"/>
                <a:ea typeface="다키 M Title" pitchFamily="2" charset="-127"/>
              </a:rPr>
              <a:t>01</a:t>
            </a:r>
            <a:endParaRPr lang="ko-KR" altLang="en-US" sz="6000" dirty="0">
              <a:solidFill>
                <a:srgbClr val="2484C6"/>
              </a:solidFill>
              <a:latin typeface="다키 M Title" pitchFamily="2" charset="-127"/>
              <a:ea typeface="다키 M Title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5659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Large Title </a:t>
            </a:r>
            <a:r>
              <a:rPr lang="ko-KR" altLang="en-US" sz="1600" dirty="0" smtClean="0"/>
              <a:t>입력</a:t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타이틀을 입력해주세요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Summary</a:t>
            </a:r>
            <a:r>
              <a:rPr lang="ko-KR" altLang="en-US" sz="1600" dirty="0">
                <a:solidFill>
                  <a:srgbClr val="50646E"/>
                </a:solidFill>
              </a:rPr>
              <a:t>를 입력해주세요</a:t>
            </a:r>
            <a:r>
              <a:rPr lang="en-US" altLang="ko-KR" sz="1600" dirty="0">
                <a:solidFill>
                  <a:srgbClr val="50646E"/>
                </a:solidFill>
              </a:rPr>
              <a:t>.</a:t>
            </a:r>
          </a:p>
          <a:p>
            <a:pPr defTabSz="914400">
              <a:spcBef>
                <a:spcPct val="20000"/>
              </a:spcBef>
            </a:pPr>
            <a:r>
              <a:rPr lang="ko-KR" altLang="en-US" sz="1600" dirty="0">
                <a:solidFill>
                  <a:srgbClr val="50646E"/>
                </a:solidFill>
              </a:rPr>
              <a:t>최대 </a:t>
            </a:r>
            <a:r>
              <a:rPr lang="en-US" altLang="ko-KR" sz="1600" dirty="0">
                <a:solidFill>
                  <a:srgbClr val="50646E"/>
                </a:solidFill>
              </a:rPr>
              <a:t>2</a:t>
            </a:r>
            <a:r>
              <a:rPr lang="ko-KR" altLang="en-US" sz="1600" dirty="0">
                <a:solidFill>
                  <a:srgbClr val="50646E"/>
                </a:solidFill>
              </a:rPr>
              <a:t>줄까지 작성 가능합니다</a:t>
            </a:r>
            <a:r>
              <a:rPr lang="en-US" altLang="ko-KR" sz="1600" dirty="0">
                <a:solidFill>
                  <a:srgbClr val="50646E"/>
                </a:solidFill>
              </a:rPr>
              <a:t>.</a:t>
            </a:r>
            <a:endParaRPr lang="ko-KR" altLang="en-US" sz="1600" dirty="0">
              <a:solidFill>
                <a:srgbClr val="50646E"/>
              </a:solidFill>
            </a:endParaRP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9817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Thank you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52311306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스키마 분석 및 트랜잭션 시뮬레이션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/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0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1) BO 스키마·ERD 역공학   2) 트랜잭션 T1~T7 ACID 검증   3) 데이터 이상치 탐지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/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/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>
            <a:noAutofit/>
          </a:bodyPr>
          <a:lstStyle/>
          <a:p>
            <a:r>
              <a:rPr lang="en-US" altLang="ko-KR" sz="6000" dirty="0" smtClean="0">
                <a:solidFill>
                  <a:srgbClr val="2484C6"/>
                </a:solidFill>
                <a:latin typeface="다키 M Title" pitchFamily="2" charset="-127"/>
                <a:ea typeface="다키 M Title" pitchFamily="2" charset="-127"/>
              </a:rPr>
              <a:t>01</a:t>
            </a:r>
            <a:endParaRPr lang="ko-KR" altLang="en-US" sz="6000" dirty="0">
              <a:solidFill>
                <a:srgbClr val="2484C6"/>
              </a:solidFill>
              <a:latin typeface="다키 M Title" pitchFamily="2" charset="-127"/>
              <a:ea typeface="다키 M Title" pitchFamily="2" charset="-12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Schema &amp; ERD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온라인 서점 BO 스키마 구조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업무 테이블 12개를 6개 도메인으로 구분하고 PK/FK/인덱스를 실측 검증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/>
            <a:r>
              <a:rPr sz="1600"/>
              <a:t>업무 테이블 12개 + 비업무 4개 / 6개 도메인(고객·주문·상품·배송·문의·조직)</a:t>
            </a:r>
            <a:endParaRPr lang="ko-KR" altLang="en-US" dirty="0"/>
          </a:p>
          <a:p>
            <a:pPr/>
            <a:r>
              <a:rPr sz="1600"/>
              <a:t>PRODUCTS의 ISBN_NO·WRITER_NAME → 일반 쇼핑몰이 아닌 온라인 서점 스키마</a:t>
            </a:r>
          </a:p>
          <a:p>
            <a:pPr/>
            <a:r>
              <a:rPr sz="1600"/>
              <a:t>FK 18개 실측 — Oracle은 FK 생성 시 자식 인덱스를 자동 생성하지 않음(의도적 추가)</a:t>
            </a:r>
          </a:p>
          <a:p>
            <a:pPr/>
            <a:r>
              <a:rPr sz="1600"/>
              <a:t>SHIPMENTS PK = ORDER_ID → 주문:배송 1:1(선택적) 구조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Transaction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트랜잭션 T1~T7 ACID 검증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다중 테이블 갱신 7개 시나리오를 성공/실패 경로로 재현해 정합성 검증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/>
            <a:r>
              <a:rPr sz="1600"/>
              <a:t>T1 신규주문(INSERT×4) · T3 고객탈퇴(DELETE×7) · T6 협력업체 해지 등 7종</a:t>
            </a:r>
            <a:endParaRPr lang="ko-KR" altLang="en-US" dirty="0"/>
          </a:p>
          <a:p>
            <a:pPr/>
            <a:r>
              <a:rPr sz="1600"/>
              <a:t>원자성·일관성·참조무결성·지속성 확인 / 고립성은 2세션 테스트로 별도 검증</a:t>
            </a:r>
          </a:p>
          <a:p>
            <a:pPr/>
            <a:r>
              <a:rPr sz="1600"/>
              <a:t>이상치 발견: ORDER_ID=10,000,000 — 헤더만 존재, 상세·상태 NULL(트랜잭션 부재 위험)</a:t>
            </a:r>
          </a:p>
          <a:p>
            <a:pPr/>
            <a:r>
              <a:rPr sz="1600"/>
              <a:t>채널 분포가 연도와 무관하게 동일 → 합성(연습용) 데이터로 판단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SQL 튜닝 및 인덱스 전략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/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0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1) 실행계획 분석(EXPLAIN·AUTOTRACE·DISPLAY_CURSOR)   2) FTS vs Index   3) 복합 인덱스 컬럼 순서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/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/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>
            <a:noAutofit/>
          </a:bodyPr>
          <a:lstStyle/>
          <a:p>
            <a:r>
              <a:rPr lang="en-US" altLang="ko-KR" sz="6000" dirty="0" smtClean="0">
                <a:solidFill>
                  <a:srgbClr val="2484C6"/>
                </a:solidFill>
                <a:latin typeface="다키 M Title" pitchFamily="2" charset="-127"/>
                <a:ea typeface="다키 M Title" pitchFamily="2" charset="-127"/>
              </a:rPr>
              <a:t>02</a:t>
            </a:r>
            <a:endParaRPr lang="ko-KR" altLang="en-US" sz="6000" dirty="0">
              <a:solidFill>
                <a:srgbClr val="2484C6"/>
              </a:solidFill>
              <a:latin typeface="다키 M Title" pitchFamily="2" charset="-127"/>
              <a:ea typeface="다키 M Title" pitchFamily="2" charset="-127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Execution Plan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우수회원 Top-N 쿼리와 실행계획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2014년 Q2 구매금액 상위 고객 분석 쿼리를 실행계획 기반으로 검증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/>
            <a:r>
              <a:rPr sz="1600"/>
              <a:t>고객별 집계를 1인 1행으로 먼저 만들어 LEFT JOIN 팬아웃(fan-out) 방지</a:t>
            </a:r>
            <a:endParaRPr lang="ko-KR" altLang="en-US" dirty="0"/>
          </a:p>
          <a:p>
            <a:pPr/>
            <a:r>
              <a:rPr sz="1600"/>
              <a:t>옵티마이저 자연 선택 = ORDERS·ORDER_ITEMS Full Scan + HASH JOIN</a:t>
            </a:r>
          </a:p>
          <a:p>
            <a:pPr/>
            <a:r>
              <a:rPr sz="1600"/>
              <a:t>분석 기간이 전체의 1.78%로 선택도는 높지만 ORDER_ITEMS 5백만 건 조인이 지배적</a:t>
            </a:r>
          </a:p>
          <a:p>
            <a:pPr/>
            <a:r>
              <a:rPr sz="1600"/>
              <a:t>ORDER_STATUS는 상태 4가 95.58% 편향인데 히스토그램 NONE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Index Strategy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인덱스 튜닝 — 효용과 한계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인덱스 강제는 분석 쿼리를 오히려 느리게 함(음성 결과) → 워크로드별 판단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/>
            <a:r>
              <a:rPr sz="1600"/>
              <a:t>FTS(Cost 2,063) vs ORDERS_N1 강제(35,616) — ROWID 접근 비용으로 인덱스가 불리</a:t>
            </a:r>
            <a:endParaRPr lang="ko-KR" altLang="en-US" dirty="0"/>
          </a:p>
          <a:p>
            <a:pPr/>
            <a:r>
              <a:rPr sz="1600"/>
              <a:t>복합: CUST_ID+ORDER_DT 조회 → ORDERS_T1 Cost 4 vs ORDERS_T2 109</a:t>
            </a:r>
          </a:p>
          <a:p>
            <a:pPr/>
            <a:r>
              <a:rPr sz="1600"/>
              <a:t>인덱스 효용은 OLTP 고객 조회(Cost 4)에 있고, 분석 쿼리엔 FTS가 적합</a:t>
            </a:r>
          </a:p>
          <a:p>
            <a:pPr/>
            <a:r>
              <a:rPr sz="1600"/>
              <a:t>온라인 서점=쓰기 잦음 → 분석용 중복 인덱스 추가는 부적절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백업 및 복구 전략 (Backup &amp; Recovery)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/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0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1) 물리 장애 3단계(파일·전체·블록)   2) 논리 장애 Flashback   3) 테이블스페이스 격리 설계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/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/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>
            <a:noAutofit/>
          </a:bodyPr>
          <a:lstStyle/>
          <a:p>
            <a:r>
              <a:rPr lang="en-US" altLang="ko-KR" sz="6000" dirty="0" smtClean="0">
                <a:solidFill>
                  <a:srgbClr val="2484C6"/>
                </a:solidFill>
                <a:latin typeface="다키 M Title" pitchFamily="2" charset="-127"/>
                <a:ea typeface="다키 M Title" pitchFamily="2" charset="-127"/>
              </a:rPr>
              <a:t>03</a:t>
            </a:r>
            <a:endParaRPr lang="ko-KR" altLang="en-US" sz="6000" dirty="0">
              <a:solidFill>
                <a:srgbClr val="2484C6"/>
              </a:solidFill>
              <a:latin typeface="다키 M Title" pitchFamily="2" charset="-127"/>
              <a:ea typeface="다키 M Title" pitchFamily="2" charset="-127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Recovery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장애 유형별 복구 (Case 1~4)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손상 범위에 따라 복구 방법과 다운타임이 달라짐을 직접 재현·검증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/>
            <a:r>
              <a:rPr sz="1600"/>
              <a:t>Case1 데이터파일 유실 → RMAN 온라인 무중단 복구(테이블스페이스 격리 전제)</a:t>
            </a:r>
            <a:endParaRPr lang="ko-KR" altLang="en-US" dirty="0"/>
          </a:p>
          <a:p>
            <a:pPr/>
            <a:r>
              <a:rPr sz="1600"/>
              <a:t>Case2 SYSTEM 파일 → Closed Recovery / Case3 블록 손상 → BLOCKRECOVER</a:t>
            </a:r>
          </a:p>
          <a:p>
            <a:pPr/>
            <a:r>
              <a:rPr sz="1600"/>
              <a:t>Case4 관리자 실수 → Flashback Table/Drop(초 단위, UNDO 보존시간 제약)</a:t>
            </a:r>
          </a:p>
          <a:p>
            <a:pPr/>
            <a:r>
              <a:rPr sz="1600"/>
              <a:t>교훈: 손상 범위 좁을수록(블록&lt;파일&lt;전체) 무중단, 사전 격리 설계가 필수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PL/SQL 대량 데이터 배치 처리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/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0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1) 10만 건 주문 생성   2) 정합성·커밋 설계 근거   3) 병목 분석 및 성능 개선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/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/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>
            <a:noAutofit/>
          </a:bodyPr>
          <a:lstStyle/>
          <a:p>
            <a:r>
              <a:rPr lang="en-US" altLang="ko-KR" sz="6000" dirty="0" smtClean="0">
                <a:solidFill>
                  <a:srgbClr val="2484C6"/>
                </a:solidFill>
                <a:latin typeface="다키 M Title" pitchFamily="2" charset="-127"/>
                <a:ea typeface="다키 M Title" pitchFamily="2" charset="-127"/>
              </a:rPr>
              <a:t>04</a:t>
            </a:r>
            <a:endParaRPr lang="ko-KR" altLang="en-US" sz="6000" dirty="0">
              <a:solidFill>
                <a:srgbClr val="2484C6"/>
              </a:solidFill>
              <a:latin typeface="다키 M Title" pitchFamily="2" charset="-127"/>
              <a:ea typeface="다키 M Title" pitchFamily="2" charset="-127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Batch Performance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naive vs optimized &amp; 성능 개선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제거 가능한 병목만 제거하고 구조적 비용(건별 커밋)은 유지한 최적화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/>
            <a:r>
              <a:rPr sz="1600"/>
              <a:t>정합성은 검증 코드가 아니라 설계(유효 ID 배열 적재)로 FK 위반 원천 차단</a:t>
            </a:r>
            <a:endParaRPr lang="ko-KR" altLang="en-US" dirty="0"/>
          </a:p>
          <a:p>
            <a:pPr/>
            <a:r>
              <a:rPr sz="1600"/>
              <a:t>주문 1건 = 1커밋(은행 점검 후 순차 승인 시나리오) → 구조적 비용으로 유지</a:t>
            </a:r>
          </a:p>
          <a:p>
            <a:pPr/>
            <a:r>
              <a:rPr sz="1600"/>
              <a:t>병목: 채번 재조회·랜덤 전체정렬(제거) vs 건별 커밋 log file sync(구조적)</a:t>
            </a:r>
          </a:p>
          <a:p>
            <a:pPr/>
            <a:r>
              <a:rPr sz="1600"/>
              <a:t>실측: OPTIMIZED 100,000건 57초·건당 0.57ms (건수↑ → 초기비용 분산으로 2.0→0.57ms)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다우색상">
      <a:dk1>
        <a:sysClr val="windowText" lastClr="000000"/>
      </a:dk1>
      <a:lt1>
        <a:srgbClr val="FFFFFF"/>
      </a:lt1>
      <a:dk2>
        <a:srgbClr val="323C46"/>
      </a:dk2>
      <a:lt2>
        <a:srgbClr val="FFFFFF"/>
      </a:lt2>
      <a:accent1>
        <a:srgbClr val="2482C8"/>
      </a:accent1>
      <a:accent2>
        <a:srgbClr val="005AAA"/>
      </a:accent2>
      <a:accent3>
        <a:srgbClr val="68AEE0"/>
      </a:accent3>
      <a:accent4>
        <a:srgbClr val="50646E"/>
      </a:accent4>
      <a:accent5>
        <a:srgbClr val="8C9398"/>
      </a:accent5>
      <a:accent6>
        <a:srgbClr val="B4BCBE"/>
      </a:accent6>
      <a:hlink>
        <a:srgbClr val="005AAA"/>
      </a:hlink>
      <a:folHlink>
        <a:srgbClr val="8C9398"/>
      </a:folHlink>
    </a:clrScheme>
    <a:fontScheme name="다우글꼴">
      <a:majorFont>
        <a:latin typeface="다키 M Title"/>
        <a:ea typeface="다키 L"/>
        <a:cs typeface=""/>
      </a:majorFont>
      <a:minorFont>
        <a:latin typeface="다키 M"/>
        <a:ea typeface="다키 L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58</TotalTime>
  <Words>73</Words>
  <Application>Microsoft Office PowerPoint</Application>
  <PresentationFormat>사용자 지정</PresentationFormat>
  <Paragraphs>28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5</vt:i4>
      </vt:variant>
    </vt:vector>
  </HeadingPairs>
  <TitlesOfParts>
    <vt:vector size="15" baseType="lpstr">
      <vt:lpstr>다키 B</vt:lpstr>
      <vt:lpstr>다키 L</vt:lpstr>
      <vt:lpstr>다키 M</vt:lpstr>
      <vt:lpstr>다키 M Title</vt:lpstr>
      <vt:lpstr>맑은 고딕</vt:lpstr>
      <vt:lpstr>Arial</vt:lpstr>
      <vt:lpstr>Calibri</vt:lpstr>
      <vt:lpstr>Calibri Light</vt:lpstr>
      <vt:lpstr>Office 테마</vt:lpstr>
      <vt:lpstr>디자인 사용자 지정</vt:lpstr>
      <vt:lpstr>표지 부제목 입력</vt:lpstr>
      <vt:lpstr>Table of Contents</vt:lpstr>
      <vt:lpstr>간지 타이틀 입력</vt:lpstr>
      <vt:lpstr>PowerPoint 프레젠테이션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사용자</dc:creator>
  <cp:lastModifiedBy>DAOU</cp:lastModifiedBy>
  <cp:revision>121</cp:revision>
  <dcterms:created xsi:type="dcterms:W3CDTF">2018-09-10T06:50:11Z</dcterms:created>
  <dcterms:modified xsi:type="dcterms:W3CDTF">2026-07-07T10:38:47Z</dcterms:modified>
</cp:coreProperties>
</file>